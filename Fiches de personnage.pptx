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6858000" cy="9906000" type="A4"/>
  <p:notesSz cx="6858000" cy="9144000"/>
  <p:defaultTextStyle>
    <a:defPPr>
      <a:defRPr lang="fr-FR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2160"/>
        <p:guide pos="312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210375" name="Espace réservé d'en-tête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54166144" name="Espace réservé pour la date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fr-FR"/>
              <a:t>10/10/2025</a:t>
            </a:fld>
            <a:endParaRPr lang="fr-FR"/>
          </a:p>
        </p:txBody>
      </p:sp>
      <p:sp>
        <p:nvSpPr>
          <p:cNvPr id="303157669" name="Espace réservé pour l'image de la diapositive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fr-FR"/>
          </a:p>
        </p:txBody>
      </p:sp>
      <p:sp>
        <p:nvSpPr>
          <p:cNvPr id="763404992" name="Remarques Espace réservé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389131385" name="Espace réservé du pied de page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2636034" name="Espace réservé du numéro de diapositive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fr-FR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1943672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2360612" y="1143000"/>
            <a:ext cx="2136774" cy="3086100"/>
          </a:xfrm>
        </p:spPr>
      </p:sp>
      <p:sp>
        <p:nvSpPr>
          <p:cNvPr id="1233331315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1914529971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7CB8C3-4752-FF7C-2D01-DE008A36A7B4}" type="slidenum">
              <a:rPr lang="fr-FR"/>
              <a:t>1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8620562" name="Titre 1"/>
          <p:cNvSpPr>
            <a:spLocks noGrp="1"/>
          </p:cNvSpPr>
          <p:nvPr>
            <p:ph type="ctrTitle"/>
          </p:nvPr>
        </p:nvSpPr>
        <p:spPr bwMode="auto">
          <a:xfrm>
            <a:off x="857250" y="1621191"/>
            <a:ext cx="5143500" cy="3448755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2002692759" name="Sous-titre 2"/>
          <p:cNvSpPr>
            <a:spLocks noGrp="1"/>
          </p:cNvSpPr>
          <p:nvPr>
            <p:ph type="subTitle" idx="1"/>
          </p:nvPr>
        </p:nvSpPr>
        <p:spPr bwMode="auto">
          <a:xfrm>
            <a:off x="857250" y="5202943"/>
            <a:ext cx="5143500" cy="2391656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fr-FR"/>
              <a:t>Modifiez le style des sous-titres du masque</a:t>
            </a:r>
            <a:endParaRPr/>
          </a:p>
        </p:txBody>
      </p:sp>
      <p:sp>
        <p:nvSpPr>
          <p:cNvPr id="1137924242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10/10/2025</a:t>
            </a:fld>
            <a:endParaRPr lang="fr-FR"/>
          </a:p>
        </p:txBody>
      </p:sp>
      <p:sp>
        <p:nvSpPr>
          <p:cNvPr id="1645479702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923456531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re et conten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4644956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832799155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32625891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10/10/2025</a:t>
            </a:fld>
            <a:endParaRPr lang="fr-FR"/>
          </a:p>
        </p:txBody>
      </p:sp>
      <p:sp>
        <p:nvSpPr>
          <p:cNvPr id="206339101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2073200755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Titre d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1815020" name="Titre 1"/>
          <p:cNvSpPr>
            <a:spLocks noGrp="1"/>
          </p:cNvSpPr>
          <p:nvPr>
            <p:ph type="title"/>
          </p:nvPr>
        </p:nvSpPr>
        <p:spPr bwMode="auto">
          <a:xfrm>
            <a:off x="467914" y="2469621"/>
            <a:ext cx="5915025" cy="4120620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876906199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67914" y="6629224"/>
            <a:ext cx="5915025" cy="216693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1729515349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10/10/2025</a:t>
            </a:fld>
            <a:endParaRPr lang="fr-FR"/>
          </a:p>
        </p:txBody>
      </p:sp>
      <p:sp>
        <p:nvSpPr>
          <p:cNvPr id="760377912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65723741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eux contenu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966743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14826324" name="Espace réservé du contenu 2"/>
          <p:cNvSpPr>
            <a:spLocks noGrp="1"/>
          </p:cNvSpPr>
          <p:nvPr>
            <p:ph sz="half" idx="1"/>
          </p:nvPr>
        </p:nvSpPr>
        <p:spPr bwMode="auto">
          <a:xfrm>
            <a:off x="471487" y="2637012"/>
            <a:ext cx="2914650" cy="6285266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729329396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3471862" y="2637012"/>
            <a:ext cx="2914650" cy="6285266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82743329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10/10/2025</a:t>
            </a:fld>
            <a:endParaRPr lang="fr-FR"/>
          </a:p>
        </p:txBody>
      </p:sp>
      <p:sp>
        <p:nvSpPr>
          <p:cNvPr id="1692699419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02853398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3537605" name="Titre 1"/>
          <p:cNvSpPr>
            <a:spLocks noGrp="1"/>
          </p:cNvSpPr>
          <p:nvPr>
            <p:ph type="title"/>
          </p:nvPr>
        </p:nvSpPr>
        <p:spPr bwMode="auto">
          <a:xfrm>
            <a:off x="472380" y="527402"/>
            <a:ext cx="5915025" cy="1914702"/>
          </a:xfrm>
        </p:spPr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311807422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72380" y="2428346"/>
            <a:ext cx="2901255" cy="11900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2040202310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472380" y="3618441"/>
            <a:ext cx="2901255" cy="5322182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844831062" name="Espace réservé du texte 4"/>
          <p:cNvSpPr>
            <a:spLocks noGrp="1"/>
          </p:cNvSpPr>
          <p:nvPr>
            <p:ph type="body" sz="quarter" idx="3"/>
          </p:nvPr>
        </p:nvSpPr>
        <p:spPr bwMode="auto">
          <a:xfrm>
            <a:off x="3471862" y="2428346"/>
            <a:ext cx="2915543" cy="11900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599157616" name="Espace réservé du contenu 5"/>
          <p:cNvSpPr>
            <a:spLocks noGrp="1"/>
          </p:cNvSpPr>
          <p:nvPr>
            <p:ph sz="quarter" idx="4"/>
          </p:nvPr>
        </p:nvSpPr>
        <p:spPr bwMode="auto">
          <a:xfrm>
            <a:off x="3471862" y="3618441"/>
            <a:ext cx="2915543" cy="5322182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921260051" name="Espace réservé de la date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10/10/2025</a:t>
            </a:fld>
            <a:endParaRPr lang="fr-FR"/>
          </a:p>
        </p:txBody>
      </p:sp>
      <p:sp>
        <p:nvSpPr>
          <p:cNvPr id="1702663857" name="Espace réservé du pied de page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219903340" name="Espace réservé du numéro de diapositive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re seu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562056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660885230" name="Espace réservé de la date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10/10/2025</a:t>
            </a:fld>
            <a:endParaRPr lang="fr-FR"/>
          </a:p>
        </p:txBody>
      </p:sp>
      <p:sp>
        <p:nvSpPr>
          <p:cNvPr id="348929351" name="Espace réservé du pied de page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475891362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V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1353582" name="Espace réservé de la date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10/10/2025</a:t>
            </a:fld>
            <a:endParaRPr lang="fr-FR"/>
          </a:p>
        </p:txBody>
      </p:sp>
      <p:sp>
        <p:nvSpPr>
          <p:cNvPr id="838437322" name="Espace réservé du pied de page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554045995" name="Espace réservé du numéro de diapositiv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u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4552095" name="Titre 1"/>
          <p:cNvSpPr>
            <a:spLocks noGrp="1"/>
          </p:cNvSpPr>
          <p:nvPr>
            <p:ph type="title"/>
          </p:nvPr>
        </p:nvSpPr>
        <p:spPr bwMode="auto">
          <a:xfrm>
            <a:off x="472380" y="660400"/>
            <a:ext cx="2211883" cy="2311399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332500614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2915543" y="1426280"/>
            <a:ext cx="3471862" cy="703967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279642324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472380" y="2971800"/>
            <a:ext cx="2211883" cy="55056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1936961580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10/10/2025</a:t>
            </a:fld>
            <a:endParaRPr lang="fr-FR"/>
          </a:p>
        </p:txBody>
      </p:sp>
      <p:sp>
        <p:nvSpPr>
          <p:cNvPr id="1606380555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89565631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age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5678046" name="Titre 1"/>
          <p:cNvSpPr>
            <a:spLocks noGrp="1"/>
          </p:cNvSpPr>
          <p:nvPr>
            <p:ph type="title"/>
          </p:nvPr>
        </p:nvSpPr>
        <p:spPr bwMode="auto">
          <a:xfrm>
            <a:off x="472380" y="660400"/>
            <a:ext cx="2211883" cy="2311399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773372013" name="Espace réservé pour une image 2"/>
          <p:cNvSpPr>
            <a:spLocks noChangeAspect="1" noGrp="1"/>
          </p:cNvSpPr>
          <p:nvPr>
            <p:ph type="pic" idx="1"/>
          </p:nvPr>
        </p:nvSpPr>
        <p:spPr bwMode="auto">
          <a:xfrm>
            <a:off x="2915543" y="1426280"/>
            <a:ext cx="3471862" cy="703967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fr-FR"/>
              <a:t>Cliquez sur l'icône pour ajouter une image</a:t>
            </a:r>
            <a:endParaRPr/>
          </a:p>
        </p:txBody>
      </p:sp>
      <p:sp>
        <p:nvSpPr>
          <p:cNvPr id="802506072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472380" y="2971800"/>
            <a:ext cx="2211883" cy="55056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235492898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10/10/2025</a:t>
            </a:fld>
            <a:endParaRPr lang="fr-FR"/>
          </a:p>
        </p:txBody>
      </p:sp>
      <p:sp>
        <p:nvSpPr>
          <p:cNvPr id="645386469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23956570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re et texte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669894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625423820" name="Espace réservé du texte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2131240385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10/10/2025</a:t>
            </a:fld>
            <a:endParaRPr lang="fr-FR"/>
          </a:p>
        </p:txBody>
      </p:sp>
      <p:sp>
        <p:nvSpPr>
          <p:cNvPr id="40271352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293142085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itre vertical et tex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4958769" name="Titre vertical 1"/>
          <p:cNvSpPr>
            <a:spLocks noGrp="1"/>
          </p:cNvSpPr>
          <p:nvPr>
            <p:ph type="title" orient="vert"/>
          </p:nvPr>
        </p:nvSpPr>
        <p:spPr bwMode="auto">
          <a:xfrm>
            <a:off x="4907756" y="527402"/>
            <a:ext cx="1478756" cy="8394877"/>
          </a:xfrm>
        </p:spPr>
        <p:txBody>
          <a:bodyPr vert="eaVert"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573587417" name="Espace réservé du texte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471487" y="527402"/>
            <a:ext cx="4350543" cy="8394877"/>
          </a:xfrm>
        </p:spPr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897553112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10/10/2025</a:t>
            </a:fld>
            <a:endParaRPr lang="fr-FR"/>
          </a:p>
        </p:txBody>
      </p:sp>
      <p:sp>
        <p:nvSpPr>
          <p:cNvPr id="550422977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445833375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6301704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71487" y="527402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799596015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71487" y="2637012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682888038" name="Espace réservé de la date 3"/>
          <p:cNvSpPr>
            <a:spLocks noGrp="1"/>
          </p:cNvSpPr>
          <p:nvPr>
            <p:ph type="dt" sz="half" idx="2"/>
          </p:nvPr>
        </p:nvSpPr>
        <p:spPr bwMode="auto">
          <a:xfrm>
            <a:off x="471487" y="9181394"/>
            <a:ext cx="154305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fr-FR"/>
              <a:t>10/10/2025</a:t>
            </a:fld>
            <a:endParaRPr lang="fr-FR"/>
          </a:p>
        </p:txBody>
      </p:sp>
      <p:sp>
        <p:nvSpPr>
          <p:cNvPr id="864695244" name="Espace réservé du pied de page 4"/>
          <p:cNvSpPr>
            <a:spLocks noGrp="1"/>
          </p:cNvSpPr>
          <p:nvPr>
            <p:ph type="ftr" sz="quarter" idx="3"/>
          </p:nvPr>
        </p:nvSpPr>
        <p:spPr bwMode="auto">
          <a:xfrm>
            <a:off x="2271712" y="9181394"/>
            <a:ext cx="2314574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985743681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4843462" y="9181394"/>
            <a:ext cx="154305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786297" name=""/>
          <p:cNvSpPr/>
          <p:nvPr/>
        </p:nvSpPr>
        <p:spPr bwMode="auto">
          <a:xfrm rot="0" flipH="0" flipV="0">
            <a:off x="95945" y="7820861"/>
            <a:ext cx="2150925" cy="679934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7810064" name="ZoneTexte 1527388901"/>
          <p:cNvSpPr txBox="1"/>
          <p:nvPr/>
        </p:nvSpPr>
        <p:spPr bwMode="auto">
          <a:xfrm flipH="0" flipV="0">
            <a:off x="94859" y="5964820"/>
            <a:ext cx="2274919" cy="2606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000" b="0" i="0" u="none" strike="noStrike" cap="none" spc="0">
                <a:solidFill>
                  <a:schemeClr val="tx1"/>
                </a:solidFill>
                <a:latin typeface="ComicNeueSansID"/>
                <a:ea typeface="ComicNeueSansID"/>
                <a:cs typeface="ComicNeueSansID"/>
              </a:rPr>
              <a:t>Notoriété super/civile</a:t>
            </a:r>
            <a:endParaRPr lang="fr-FR" sz="1000" b="0" i="0" u="none" strike="noStrike" cap="none" spc="0">
              <a:solidFill>
                <a:schemeClr val="bg2">
                  <a:lumMod val="90000"/>
                </a:schemeClr>
              </a:solidFill>
              <a:latin typeface="Times New Roman"/>
              <a:ea typeface="Times New Roman"/>
              <a:cs typeface="Times New Roman"/>
            </a:endParaRPr>
          </a:p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000" b="0" i="0" u="none" strike="noStrike" cap="none" spc="0">
                <a:solidFill>
                  <a:schemeClr val="tx1"/>
                </a:solidFill>
                <a:latin typeface="ComicNeueSansID"/>
                <a:ea typeface="ComicNeueSansID"/>
                <a:cs typeface="ComicNeueSansID"/>
              </a:rPr>
              <a:t>Moralité</a:t>
            </a:r>
            <a:r>
              <a:rPr lang="fr-FR" sz="1000" b="0" i="0" u="none" strike="noStrike" cap="none" spc="0">
                <a:solidFill>
                  <a:schemeClr val="bg2">
                    <a:lumMod val="90000"/>
                  </a:scheme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fr-FR" sz="1000" b="0" i="0" u="none" strike="noStrike" cap="none" spc="0">
                <a:solidFill>
                  <a:schemeClr val="tx1"/>
                </a:solidFill>
                <a:latin typeface="ComicNeueSansID"/>
                <a:ea typeface="ComicNeueSansID"/>
                <a:cs typeface="ComicNeueSansID"/>
              </a:rPr>
              <a:t>super/civile</a:t>
            </a:r>
            <a:endParaRPr lang="fr-FR" sz="1000" b="0" i="0" u="none" strike="noStrike" cap="none" spc="0">
              <a:solidFill>
                <a:schemeClr val="tx1"/>
              </a:solidFill>
              <a:latin typeface="ComicNeueSansID"/>
              <a:ea typeface="ComicNeueSansID"/>
              <a:cs typeface="ComicNeueSansID"/>
            </a:endParaRPr>
          </a:p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00" b="0" i="0" u="none" strike="noStrike" cap="none" spc="0">
                <a:solidFill>
                  <a:schemeClr val="bg2">
                    <a:lumMod val="90000"/>
                  </a:schemeClr>
                </a:solidFill>
                <a:latin typeface="Times New Roman"/>
                <a:cs typeface="Times New Roman"/>
              </a:rPr>
              <a:t>___________________________</a:t>
            </a:r>
            <a:endParaRPr lang="fr-FR" sz="1000" b="0" i="0" u="none" strike="noStrike" cap="none" spc="0">
              <a:solidFill>
                <a:schemeClr val="tx1"/>
              </a:solidFill>
              <a:latin typeface="ComicNeueSansID"/>
              <a:ea typeface="ComicNeueSansID"/>
              <a:cs typeface="ComicNeueSansID"/>
            </a:endParaRPr>
          </a:p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000" b="0" i="0" u="none" strike="noStrike" cap="none" spc="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</a:rPr>
              <a:t>__________________________</a:t>
            </a:r>
            <a:endParaRPr lang="fr-FR" sz="1000" b="0" i="0" u="none" strike="noStrike" cap="none" spc="0">
              <a:solidFill>
                <a:schemeClr val="bg2">
                  <a:lumMod val="90000"/>
                </a:schemeClr>
              </a:solidFill>
              <a:latin typeface="Arial"/>
              <a:ea typeface="Arial"/>
              <a:cs typeface="Arial"/>
            </a:endParaRPr>
          </a:p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000" b="0" i="0" u="none" strike="noStrike" cap="none" spc="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</a:rPr>
              <a:t>__________________________</a:t>
            </a:r>
            <a:endParaRPr lang="fr-FR" sz="1000" b="0" i="0" u="none" strike="noStrike" cap="none" spc="0">
              <a:solidFill>
                <a:schemeClr val="bg2">
                  <a:lumMod val="90000"/>
                </a:schemeClr>
              </a:solidFill>
              <a:latin typeface="Arial"/>
              <a:ea typeface="Arial"/>
              <a:cs typeface="Arial"/>
            </a:endParaRPr>
          </a:p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000" b="0" i="0" u="none" strike="noStrike" cap="none" spc="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</a:rPr>
              <a:t>__________________________</a:t>
            </a:r>
            <a:endParaRPr lang="fr-FR" sz="1000" b="0" i="0" u="none" strike="noStrike" cap="none" spc="0">
              <a:solidFill>
                <a:schemeClr val="bg2">
                  <a:lumMod val="90000"/>
                </a:schemeClr>
              </a:solidFill>
              <a:latin typeface="Arial"/>
              <a:ea typeface="Arial"/>
              <a:cs typeface="Arial"/>
            </a:endParaRPr>
          </a:p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000" b="0" i="0" u="none" strike="noStrike" cap="none" spc="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</a:rPr>
              <a:t>_________________________</a:t>
            </a:r>
            <a:endParaRPr lang="fr-FR" sz="1000" b="0" i="0" u="none" strike="noStrike" cap="none" spc="0">
              <a:solidFill>
                <a:schemeClr val="bg2">
                  <a:lumMod val="90000"/>
                </a:schemeClr>
              </a:solidFill>
              <a:latin typeface="Arial"/>
              <a:ea typeface="Arial"/>
              <a:cs typeface="Arial"/>
            </a:endParaRPr>
          </a:p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000" b="0" i="0" u="none" strike="noStrike" cap="none" spc="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</a:rPr>
              <a:t>_________________________</a:t>
            </a:r>
            <a:endParaRPr lang="fr-FR" sz="1000" b="0" i="0" u="none" strike="noStrike" cap="none" spc="0">
              <a:solidFill>
                <a:schemeClr val="bg2">
                  <a:lumMod val="90000"/>
                </a:schemeClr>
              </a:solidFill>
              <a:latin typeface="Arial"/>
              <a:ea typeface="Arial"/>
              <a:cs typeface="Arial"/>
            </a:endParaRPr>
          </a:p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000" b="0" i="0" u="none" strike="noStrike" cap="none" spc="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</a:rPr>
              <a:t>__________________________</a:t>
            </a:r>
            <a:endParaRPr lang="fr-FR" sz="1000" b="0" i="0" u="none" strike="noStrike" cap="none" spc="0">
              <a:solidFill>
                <a:schemeClr val="bg2">
                  <a:lumMod val="90000"/>
                </a:schemeClr>
              </a:solidFill>
              <a:latin typeface="Arial"/>
              <a:ea typeface="Arial"/>
              <a:cs typeface="Arial"/>
            </a:endParaRPr>
          </a:p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000" b="0" i="0" u="none" strike="noStrike" cap="none" spc="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</a:rPr>
              <a:t>___________________________</a:t>
            </a:r>
            <a:endParaRPr lang="fr-FR" sz="1000" b="0" i="0" u="none" strike="noStrike" cap="none" spc="0">
              <a:solidFill>
                <a:schemeClr val="bg2">
                  <a:lumMod val="90000"/>
                </a:schemeClr>
              </a:solidFill>
              <a:latin typeface="Arial"/>
              <a:ea typeface="Arial"/>
              <a:cs typeface="Arial"/>
            </a:endParaRPr>
          </a:p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000" b="0" i="0" u="none" strike="noStrike" cap="none" spc="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</a:rPr>
              <a:t>__________________________</a:t>
            </a:r>
            <a:endParaRPr lang="fr-FR" sz="1000" b="0" i="0" u="none" strike="noStrike" cap="none" spc="0">
              <a:solidFill>
                <a:schemeClr val="bg2">
                  <a:lumMod val="9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910919430" name=""/>
          <p:cNvSpPr/>
          <p:nvPr/>
        </p:nvSpPr>
        <p:spPr bwMode="auto">
          <a:xfrm rot="0" flipH="0" flipV="0">
            <a:off x="-19712" y="2354034"/>
            <a:ext cx="4569260" cy="3238498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1903830" name=""/>
          <p:cNvSpPr/>
          <p:nvPr/>
        </p:nvSpPr>
        <p:spPr bwMode="auto">
          <a:xfrm rot="0" flipH="0" flipV="0">
            <a:off x="83768" y="2420282"/>
            <a:ext cx="2146353" cy="973546"/>
          </a:xfrm>
          <a:prstGeom prst="snip1Rect">
            <a:avLst>
              <a:gd name="adj" fmla="val 16667"/>
            </a:avLst>
          </a:prstGeom>
          <a:solidFill>
            <a:schemeClr val="bg1"/>
          </a:solidFill>
          <a:ln w="12700" cap="flat" cmpd="sng" algn="ctr">
            <a:solidFill>
              <a:schemeClr val="bg1">
                <a:lumMod val="74901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63313752" name="Connecteur droit 1568760680"/>
          <p:cNvCxnSpPr/>
          <p:nvPr/>
        </p:nvCxnSpPr>
        <p:spPr bwMode="auto">
          <a:xfrm flipV="1">
            <a:off x="-56172" y="349821"/>
            <a:ext cx="6924673" cy="0"/>
          </a:xfrm>
          <a:prstGeom prst="line">
            <a:avLst/>
          </a:prstGeom>
          <a:ln w="76199" cap="flat" cmpd="sng" algn="ctr">
            <a:solidFill>
              <a:srgbClr val="FFC000">
                <a:alpha val="99999"/>
              </a:srgb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2371858" name="ZoneTexte 1868728971"/>
          <p:cNvSpPr txBox="1"/>
          <p:nvPr/>
        </p:nvSpPr>
        <p:spPr bwMode="auto">
          <a:xfrm flipH="0" flipV="0">
            <a:off x="45899" y="178884"/>
            <a:ext cx="1601980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Quick Trick"/>
                <a:ea typeface="Quick Trick"/>
                <a:cs typeface="Quick Trick"/>
              </a:rPr>
              <a:t>IDENTIT</a:t>
            </a:r>
            <a:r>
              <a:rPr lang="fr-FR" sz="1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Quick Trick"/>
                <a:ea typeface="Quick Trick"/>
                <a:cs typeface="Quick Trick"/>
              </a:rPr>
              <a:t>E</a:t>
            </a:r>
            <a:endParaRPr/>
          </a:p>
        </p:txBody>
      </p:sp>
      <p:cxnSp>
        <p:nvCxnSpPr>
          <p:cNvPr id="692887687" name="Connecteur droit 806540798"/>
          <p:cNvCxnSpPr/>
          <p:nvPr/>
        </p:nvCxnSpPr>
        <p:spPr bwMode="auto">
          <a:xfrm flipH="0" flipV="1">
            <a:off x="4637537" y="3316137"/>
            <a:ext cx="2228840" cy="0"/>
          </a:xfrm>
          <a:prstGeom prst="line">
            <a:avLst/>
          </a:prstGeom>
          <a:ln w="76199" cap="flat" cmpd="sng" algn="ctr">
            <a:solidFill>
              <a:srgbClr val="FFC000">
                <a:alpha val="99999"/>
              </a:srgb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6458964" name="ZoneTexte 406616703"/>
          <p:cNvSpPr txBox="1"/>
          <p:nvPr/>
        </p:nvSpPr>
        <p:spPr bwMode="auto">
          <a:xfrm flipH="0" flipV="0">
            <a:off x="4671554" y="3133077"/>
            <a:ext cx="1195114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Quick Trick"/>
                <a:ea typeface="Quick Trick"/>
                <a:cs typeface="Quick Trick"/>
              </a:rPr>
              <a:t>APTITUDES</a:t>
            </a:r>
            <a:endParaRPr/>
          </a:p>
        </p:txBody>
      </p:sp>
      <p:sp>
        <p:nvSpPr>
          <p:cNvPr id="603449133" name="ZoneTexte 2018177722"/>
          <p:cNvSpPr txBox="1"/>
          <p:nvPr/>
        </p:nvSpPr>
        <p:spPr bwMode="auto">
          <a:xfrm flipH="0" flipV="0">
            <a:off x="3872021" y="178884"/>
            <a:ext cx="1324459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lang="fr-FR">
                <a:solidFill>
                  <a:schemeClr val="tx1">
                    <a:lumMod val="75000"/>
                    <a:lumOff val="25000"/>
                  </a:schemeClr>
                </a:solidFill>
                <a:latin typeface="Quick Trick"/>
                <a:ea typeface="Quick Trick"/>
                <a:cs typeface="Quick Trick"/>
              </a:rPr>
              <a:t>ATTRIBUTS</a:t>
            </a:r>
            <a:endParaRPr sz="1800" b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07578619" name="ZoneTexte 1302587497"/>
          <p:cNvSpPr txBox="1"/>
          <p:nvPr/>
        </p:nvSpPr>
        <p:spPr bwMode="auto">
          <a:xfrm flipH="0" flipV="0">
            <a:off x="142539" y="563517"/>
            <a:ext cx="3884270" cy="150813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00">
                <a:latin typeface="ComicNeueSansID"/>
                <a:ea typeface="ComicNeueSansID"/>
                <a:cs typeface="ComicNeueSansID"/>
              </a:rPr>
              <a:t>Identité de super </a:t>
            </a:r>
            <a:r>
              <a:rPr sz="1000">
                <a:latin typeface="ComicNeueSansID"/>
                <a:ea typeface="ComicNeueSansID"/>
                <a:cs typeface="ComicNeueSansID"/>
              </a:rPr>
              <a:t>:</a:t>
            </a:r>
            <a:r>
              <a:rPr lang="fr-FR" sz="1000" b="0" i="0" u="none" strike="noStrike" cap="none" spc="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</a:rPr>
              <a:t> ___________________________________</a:t>
            </a:r>
            <a:br>
              <a:rPr sz="1000"/>
            </a:br>
            <a:r>
              <a:rPr sz="1000">
                <a:latin typeface="ComicNeueSansID"/>
                <a:ea typeface="ComicNeueSansID"/>
                <a:cs typeface="ComicNeueSansID"/>
              </a:rPr>
              <a:t>Identité civile </a:t>
            </a:r>
            <a:r>
              <a:rPr sz="1000">
                <a:latin typeface="ComicNeueSansID"/>
                <a:ea typeface="ComicNeueSansID"/>
                <a:cs typeface="ComicNeueSansID"/>
              </a:rPr>
              <a:t>:</a:t>
            </a:r>
            <a:r>
              <a:rPr sz="1000">
                <a:solidFill>
                  <a:schemeClr val="bg2">
                    <a:lumMod val="90000"/>
                  </a:schemeClr>
                </a:solidFill>
              </a:rPr>
              <a:t>_______________________________________</a:t>
            </a:r>
            <a:endParaRPr/>
          </a:p>
          <a:p>
            <a:pPr>
              <a:lnSpc>
                <a:spcPct val="150000"/>
              </a:lnSpc>
              <a:defRPr/>
            </a:pPr>
            <a:r>
              <a:rPr sz="1000">
                <a:latin typeface="ComicNeueSansID"/>
                <a:ea typeface="ComicNeueSansID"/>
                <a:cs typeface="ComicNeueSansID"/>
              </a:rPr>
              <a:t>Âge</a:t>
            </a:r>
            <a:r>
              <a:rPr sz="1000">
                <a:latin typeface="ComicNeueSansID"/>
                <a:ea typeface="ComicNeueSansID"/>
                <a:cs typeface="ComicNeueSansID"/>
              </a:rPr>
              <a:t> </a:t>
            </a:r>
            <a:r>
              <a:rPr sz="1000">
                <a:latin typeface="ComicNeueSansID"/>
                <a:ea typeface="ComicNeueSansID"/>
                <a:cs typeface="ComicNeueSansID"/>
              </a:rPr>
              <a:t>:</a:t>
            </a:r>
            <a:r>
              <a:rPr sz="1000"/>
              <a:t> </a:t>
            </a:r>
            <a:r>
              <a:rPr sz="1000">
                <a:solidFill>
                  <a:schemeClr val="bg2">
                    <a:lumMod val="90000"/>
                  </a:schemeClr>
                </a:solidFill>
              </a:rPr>
              <a:t>___________________</a:t>
            </a:r>
            <a:r>
              <a:rPr sz="1000"/>
              <a:t>	</a:t>
            </a:r>
            <a:r>
              <a:rPr sz="1000">
                <a:latin typeface="ComicNeueSansID"/>
                <a:ea typeface="ComicNeueSansID"/>
                <a:cs typeface="ComicNeueSansID"/>
              </a:rPr>
              <a:t>Sexe </a:t>
            </a:r>
            <a:r>
              <a:rPr sz="1000"/>
              <a:t>: </a:t>
            </a:r>
            <a:r>
              <a:rPr sz="1000">
                <a:solidFill>
                  <a:schemeClr val="bg2">
                    <a:lumMod val="90000"/>
                  </a:schemeClr>
                </a:solidFill>
              </a:rPr>
              <a:t>__________________</a:t>
            </a:r>
            <a:r>
              <a:rPr sz="1000"/>
              <a:t>	</a:t>
            </a:r>
            <a:endParaRPr sz="1000"/>
          </a:p>
          <a:p>
            <a:pPr>
              <a:lnSpc>
                <a:spcPct val="150000"/>
              </a:lnSpc>
              <a:defRPr/>
            </a:pPr>
            <a:r>
              <a:rPr sz="1000">
                <a:latin typeface="ComicNeueSansID"/>
                <a:ea typeface="ComicNeueSansID"/>
                <a:cs typeface="ComicNeueSansID"/>
              </a:rPr>
              <a:t>Taille : </a:t>
            </a:r>
            <a:r>
              <a:rPr sz="1000">
                <a:solidFill>
                  <a:schemeClr val="bg2">
                    <a:lumMod val="90000"/>
                  </a:schemeClr>
                </a:solidFill>
              </a:rPr>
              <a:t>___________________</a:t>
            </a:r>
            <a:r>
              <a:rPr sz="1000"/>
              <a:t>  </a:t>
            </a:r>
            <a:r>
              <a:rPr sz="1000">
                <a:latin typeface="ComicNeueSansID"/>
                <a:ea typeface="ComicNeueSansID"/>
                <a:cs typeface="ComicNeueSansID"/>
              </a:rPr>
              <a:t>Poids</a:t>
            </a:r>
            <a:r>
              <a:rPr sz="1000">
                <a:latin typeface="ComicNeueSansID"/>
                <a:ea typeface="ComicNeueSansID"/>
                <a:cs typeface="ComicNeueSansID"/>
              </a:rPr>
              <a:t> :</a:t>
            </a:r>
            <a:r>
              <a:rPr sz="1000"/>
              <a:t> </a:t>
            </a:r>
            <a:r>
              <a:rPr sz="1000">
                <a:solidFill>
                  <a:schemeClr val="bg2">
                    <a:lumMod val="90000"/>
                  </a:schemeClr>
                </a:solidFill>
              </a:rPr>
              <a:t>__________________</a:t>
            </a:r>
            <a:endParaRPr>
              <a:solidFill>
                <a:schemeClr val="bg2">
                  <a:lumMod val="90000"/>
                </a:schemeClr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1000">
                <a:latin typeface="ComicNeueSansID"/>
                <a:ea typeface="ComicNeueSansID"/>
                <a:cs typeface="ComicNeueSansID"/>
              </a:rPr>
              <a:t>Yeux :</a:t>
            </a:r>
            <a:r>
              <a:rPr sz="1000"/>
              <a:t> </a:t>
            </a:r>
            <a:r>
              <a:rPr sz="1000">
                <a:solidFill>
                  <a:schemeClr val="bg2">
                    <a:lumMod val="90000"/>
                  </a:schemeClr>
                </a:solidFill>
              </a:rPr>
              <a:t>___________________</a:t>
            </a:r>
            <a:r>
              <a:rPr sz="1000"/>
              <a:t>	</a:t>
            </a:r>
            <a:r>
              <a:rPr sz="1000">
                <a:latin typeface="ComicNeueSansID"/>
                <a:ea typeface="ComicNeueSansID"/>
                <a:cs typeface="ComicNeueSansID"/>
              </a:rPr>
              <a:t>Cheveux</a:t>
            </a:r>
            <a:r>
              <a:rPr sz="1000">
                <a:latin typeface="ComicNeueSansID"/>
                <a:ea typeface="ComicNeueSansID"/>
                <a:cs typeface="ComicNeueSansID"/>
              </a:rPr>
              <a:t> :</a:t>
            </a:r>
            <a:r>
              <a:rPr sz="1000"/>
              <a:t> </a:t>
            </a:r>
            <a:r>
              <a:rPr sz="1000">
                <a:solidFill>
                  <a:schemeClr val="bg2">
                    <a:lumMod val="90000"/>
                  </a:schemeClr>
                </a:solidFill>
              </a:rPr>
              <a:t>________________</a:t>
            </a:r>
            <a:endParaRPr/>
          </a:p>
          <a:p>
            <a:pPr>
              <a:lnSpc>
                <a:spcPct val="150000"/>
              </a:lnSpc>
              <a:defRPr/>
            </a:pPr>
            <a:r>
              <a:rPr sz="1000">
                <a:latin typeface="ComicNeueSansID"/>
                <a:ea typeface="ComicNeueSansID"/>
                <a:cs typeface="ComicNeueSansID"/>
              </a:rPr>
              <a:t>Groupe </a:t>
            </a:r>
            <a:r>
              <a:rPr sz="1000">
                <a:latin typeface="ComicNeueSansID"/>
                <a:ea typeface="ComicNeueSansID"/>
                <a:cs typeface="ComicNeueSansID"/>
              </a:rPr>
              <a:t>:</a:t>
            </a:r>
            <a:r>
              <a:rPr sz="1000"/>
              <a:t> </a:t>
            </a:r>
            <a:r>
              <a:rPr sz="1000">
                <a:solidFill>
                  <a:schemeClr val="bg2">
                    <a:lumMod val="90000"/>
                  </a:schemeClr>
                </a:solidFill>
              </a:rPr>
              <a:t>__________________________________________</a:t>
            </a:r>
            <a:r>
              <a:rPr lang="fr-FR" sz="10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endParaRPr/>
          </a:p>
        </p:txBody>
      </p:sp>
      <p:cxnSp>
        <p:nvCxnSpPr>
          <p:cNvPr id="695690565" name="Connecteur droit 342798987"/>
          <p:cNvCxnSpPr/>
          <p:nvPr/>
        </p:nvCxnSpPr>
        <p:spPr bwMode="auto">
          <a:xfrm flipH="0" flipV="1">
            <a:off x="-1453" y="8683857"/>
            <a:ext cx="4563659" cy="0"/>
          </a:xfrm>
          <a:prstGeom prst="line">
            <a:avLst/>
          </a:prstGeom>
          <a:ln w="76199" cap="flat" cmpd="sng" algn="ctr">
            <a:solidFill>
              <a:srgbClr val="FFC000">
                <a:alpha val="99999"/>
              </a:srgb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361036" name="ZoneTexte 966486802"/>
          <p:cNvSpPr txBox="1"/>
          <p:nvPr/>
        </p:nvSpPr>
        <p:spPr bwMode="auto">
          <a:xfrm>
            <a:off x="42977" y="8500797"/>
            <a:ext cx="2274263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Quick Trick"/>
                <a:ea typeface="Quick Trick"/>
                <a:cs typeface="Quick Trick"/>
              </a:rPr>
              <a:t>RESSOURCES</a:t>
            </a:r>
            <a:endParaRPr/>
          </a:p>
        </p:txBody>
      </p:sp>
      <p:sp>
        <p:nvSpPr>
          <p:cNvPr id="750979298" name="Rectangle 38344096"/>
          <p:cNvSpPr/>
          <p:nvPr/>
        </p:nvSpPr>
        <p:spPr bwMode="auto">
          <a:xfrm flipH="0" flipV="0">
            <a:off x="3642230" y="298813"/>
            <a:ext cx="168518" cy="1739168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92231530" name=""/>
          <p:cNvSpPr txBox="1"/>
          <p:nvPr/>
        </p:nvSpPr>
        <p:spPr bwMode="auto">
          <a:xfrm rot="0" flipH="0" flipV="0">
            <a:off x="142539" y="8821296"/>
            <a:ext cx="4590946" cy="102856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000" b="0" i="0" u="none" strike="noStrike" cap="none" spc="0">
                <a:solidFill>
                  <a:schemeClr val="tx1"/>
                </a:solidFill>
                <a:latin typeface="ComicNeueSansID"/>
                <a:ea typeface="ComicNeueSansID"/>
                <a:cs typeface="ComicNeueSansID"/>
              </a:rPr>
              <a:t>Profession :</a:t>
            </a:r>
            <a:r>
              <a:rPr lang="fr-FR" sz="1000" b="0" i="0" u="none" strike="noStrike" cap="none" spc="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000" b="0" i="0" u="none" strike="noStrike" cap="none" spc="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</a:rPr>
              <a:t>______________	</a:t>
            </a:r>
            <a:r>
              <a:rPr lang="fr-FR" sz="1000" b="0" i="0" u="none" strike="noStrike" cap="none" spc="0">
                <a:solidFill>
                  <a:schemeClr val="tx1"/>
                </a:solidFill>
                <a:latin typeface="ComicNeueSansID"/>
                <a:ea typeface="ComicNeueSansID"/>
                <a:cs typeface="ComicNeueSansID"/>
              </a:rPr>
              <a:t>Base d’opération :</a:t>
            </a:r>
            <a:r>
              <a:rPr lang="fr-FR" sz="1000" b="0" i="0" u="none" strike="noStrike" cap="none" spc="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</a:rPr>
              <a:t> __________________</a:t>
            </a:r>
            <a:br>
              <a:rPr lang="fr-FR" sz="1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fr-FR" sz="1000" b="0" i="0" u="none" strike="noStrike" cap="none" spc="0">
                <a:solidFill>
                  <a:schemeClr val="tx1"/>
                </a:solidFill>
                <a:latin typeface="ComicNeueSansID"/>
                <a:ea typeface="ComicNeueSansID"/>
                <a:cs typeface="ComicNeueSansID"/>
              </a:rPr>
              <a:t>Niveau de vie :</a:t>
            </a:r>
            <a:r>
              <a:rPr lang="fr-FR" sz="1200" b="0" i="0" u="none" strike="noStrike" cap="none" spc="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000" b="0" i="0" u="none" strike="noStrike" cap="none" spc="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</a:rPr>
              <a:t>____________	__________________________________</a:t>
            </a:r>
            <a:br>
              <a:rPr lang="fr-FR" sz="1000" b="0" i="0" u="none" strike="noStrike" cap="none" spc="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</a:rPr>
            </a:br>
            <a:r>
              <a:rPr lang="fr-FR" sz="1000" b="0" i="0" u="none" strike="noStrike" cap="none" spc="0">
                <a:solidFill>
                  <a:schemeClr val="tx1"/>
                </a:solidFill>
                <a:latin typeface="ComicNeueSansID"/>
                <a:ea typeface="ComicNeueSansID"/>
                <a:cs typeface="ComicNeueSansID"/>
              </a:rPr>
              <a:t>Équipement :</a:t>
            </a:r>
            <a:r>
              <a:rPr lang="fr-FR" sz="1000" b="0" i="0" u="none" strike="noStrike" cap="none" spc="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</a:rPr>
              <a:t> _____</a:t>
            </a:r>
            <a:r>
              <a:rPr lang="fr-FR" sz="1000" b="0" i="0" u="none" strike="noStrike" cap="none" spc="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</a:rPr>
              <a:t>_____________________</a:t>
            </a:r>
            <a:r>
              <a:rPr lang="fr-FR" sz="1000" b="0" i="0" u="none" strike="noStrike" cap="none" spc="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</a:rPr>
              <a:t>_______________________</a:t>
            </a:r>
            <a:endParaRPr lang="fr-FR" sz="1000" b="0" i="0" u="none" strike="noStrike" cap="none" spc="0">
              <a:solidFill>
                <a:schemeClr val="bg2">
                  <a:lumMod val="90000"/>
                </a:schemeClr>
              </a:solidFill>
              <a:latin typeface="Arial"/>
              <a:ea typeface="Arial"/>
              <a:cs typeface="Arial"/>
            </a:endParaRPr>
          </a:p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000" b="0" i="0" u="none" strike="noStrike" cap="none" spc="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</a:rPr>
              <a:t>____________________________________________________________</a:t>
            </a:r>
            <a:endParaRPr lang="fr-FR" sz="1200" b="0" i="0" u="none" strike="noStrike" cap="none" spc="0">
              <a:solidFill>
                <a:schemeClr val="bg2">
                  <a:lumMod val="9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03362713" name="Rectangle 954364527"/>
          <p:cNvSpPr/>
          <p:nvPr/>
        </p:nvSpPr>
        <p:spPr bwMode="auto">
          <a:xfrm flipH="0" flipV="0">
            <a:off x="4396136" y="8823119"/>
            <a:ext cx="207553" cy="934707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9020028" name="ZoneTexte 1302587497"/>
          <p:cNvSpPr txBox="1"/>
          <p:nvPr/>
        </p:nvSpPr>
        <p:spPr bwMode="auto">
          <a:xfrm flipH="0" flipV="0">
            <a:off x="4383880" y="3499196"/>
            <a:ext cx="1488861" cy="24052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r">
              <a:lnSpc>
                <a:spcPct val="114999"/>
              </a:lnSpc>
              <a:defRPr/>
            </a:pPr>
            <a:r>
              <a:rPr sz="1100">
                <a:latin typeface="ComicNeueSansID"/>
                <a:ea typeface="ComicNeueSansID"/>
                <a:cs typeface="ComicNeueSansID"/>
              </a:rPr>
              <a:t>Art</a:t>
            </a:r>
            <a:endParaRPr sz="1100">
              <a:latin typeface="ComicNeueSansID"/>
              <a:cs typeface="ComicNeueSansID"/>
            </a:endParaRPr>
          </a:p>
          <a:p>
            <a:pPr algn="r">
              <a:lnSpc>
                <a:spcPct val="114999"/>
              </a:lnSpc>
              <a:defRPr/>
            </a:pPr>
            <a:r>
              <a:rPr sz="1100">
                <a:latin typeface="ComicNeueSansID"/>
                <a:ea typeface="ComicNeueSansID"/>
                <a:cs typeface="ComicNeueSansID"/>
              </a:rPr>
              <a:t>Athlétisme</a:t>
            </a:r>
            <a:endParaRPr sz="1100">
              <a:latin typeface="ComicNeueSansID"/>
              <a:cs typeface="ComicNeueSansID"/>
            </a:endParaRPr>
          </a:p>
          <a:p>
            <a:pPr algn="r">
              <a:lnSpc>
                <a:spcPct val="114999"/>
              </a:lnSpc>
              <a:defRPr/>
            </a:pPr>
            <a:r>
              <a:rPr sz="1100">
                <a:latin typeface="ComicNeueSansID"/>
                <a:ea typeface="ComicNeueSansID"/>
                <a:cs typeface="ComicNeueSansID"/>
              </a:rPr>
              <a:t>Bagou</a:t>
            </a:r>
            <a:endParaRPr sz="1100">
              <a:latin typeface="ComicNeueSansID"/>
              <a:cs typeface="ComicNeueSansID"/>
            </a:endParaRPr>
          </a:p>
          <a:p>
            <a:pPr algn="r">
              <a:lnSpc>
                <a:spcPct val="114999"/>
              </a:lnSpc>
              <a:defRPr/>
            </a:pPr>
            <a:r>
              <a:rPr sz="1100">
                <a:latin typeface="ComicNeueSansID"/>
                <a:ea typeface="ComicNeueSansID"/>
                <a:cs typeface="ComicNeueSansID"/>
              </a:rPr>
              <a:t>Filouterie</a:t>
            </a:r>
            <a:endParaRPr sz="1100">
              <a:latin typeface="ComicNeueSansID"/>
              <a:cs typeface="ComicNeueSansID"/>
            </a:endParaRPr>
          </a:p>
          <a:p>
            <a:pPr algn="r">
              <a:lnSpc>
                <a:spcPct val="114999"/>
              </a:lnSpc>
              <a:defRPr/>
            </a:pPr>
            <a:r>
              <a:rPr sz="1100">
                <a:latin typeface="ComicNeueSansID"/>
                <a:ea typeface="ComicNeueSansID"/>
                <a:cs typeface="ComicNeueSansID"/>
              </a:rPr>
              <a:t>Médecine</a:t>
            </a:r>
            <a:endParaRPr sz="1100">
              <a:latin typeface="ComicNeueSansID"/>
              <a:cs typeface="ComicNeueSansID"/>
            </a:endParaRPr>
          </a:p>
          <a:p>
            <a:pPr algn="r">
              <a:lnSpc>
                <a:spcPct val="114999"/>
              </a:lnSpc>
              <a:defRPr/>
            </a:pPr>
            <a:r>
              <a:rPr sz="1100">
                <a:latin typeface="ComicNeueSansID"/>
                <a:ea typeface="ComicNeueSansID"/>
                <a:cs typeface="ComicNeueSansID"/>
              </a:rPr>
              <a:t>Nature</a:t>
            </a:r>
            <a:endParaRPr sz="1100">
              <a:latin typeface="ComicNeueSansID"/>
              <a:cs typeface="ComicNeueSansID"/>
            </a:endParaRPr>
          </a:p>
          <a:p>
            <a:pPr algn="r">
              <a:lnSpc>
                <a:spcPct val="114999"/>
              </a:lnSpc>
              <a:defRPr/>
            </a:pPr>
            <a:r>
              <a:rPr sz="1100">
                <a:latin typeface="ComicNeueSansID"/>
                <a:ea typeface="ComicNeueSansID"/>
                <a:cs typeface="ComicNeueSansID"/>
              </a:rPr>
              <a:t>Occultisme</a:t>
            </a:r>
            <a:endParaRPr sz="1100">
              <a:latin typeface="ComicNeueSansID"/>
              <a:cs typeface="ComicNeueSansID"/>
            </a:endParaRPr>
          </a:p>
          <a:p>
            <a:pPr algn="r">
              <a:lnSpc>
                <a:spcPct val="114999"/>
              </a:lnSpc>
              <a:defRPr/>
            </a:pPr>
            <a:r>
              <a:rPr sz="1100">
                <a:latin typeface="ComicNeueSansID"/>
                <a:ea typeface="ComicNeueSansID"/>
                <a:cs typeface="ComicNeueSansID"/>
              </a:rPr>
              <a:t>Sciences exactes</a:t>
            </a:r>
            <a:endParaRPr sz="1100">
              <a:latin typeface="ComicNeueSansID"/>
              <a:cs typeface="ComicNeueSansID"/>
            </a:endParaRPr>
          </a:p>
          <a:p>
            <a:pPr algn="r">
              <a:lnSpc>
                <a:spcPct val="114999"/>
              </a:lnSpc>
              <a:defRPr/>
            </a:pPr>
            <a:r>
              <a:rPr sz="1100">
                <a:latin typeface="ComicNeueSansID"/>
                <a:ea typeface="ComicNeueSansID"/>
                <a:cs typeface="ComicNeueSansID"/>
              </a:rPr>
              <a:t>Sciences humaines</a:t>
            </a:r>
            <a:endParaRPr sz="1100">
              <a:latin typeface="ComicNeueSansID"/>
              <a:cs typeface="ComicNeueSansID"/>
            </a:endParaRPr>
          </a:p>
          <a:p>
            <a:pPr algn="r">
              <a:lnSpc>
                <a:spcPct val="114999"/>
              </a:lnSpc>
              <a:defRPr/>
            </a:pPr>
            <a:r>
              <a:rPr sz="1100">
                <a:latin typeface="ComicNeueSansID"/>
                <a:ea typeface="ComicNeueSansID"/>
                <a:cs typeface="ComicNeueSansID"/>
              </a:rPr>
              <a:t>Technologie</a:t>
            </a:r>
            <a:endParaRPr sz="1100">
              <a:latin typeface="ComicNeueSansID"/>
              <a:cs typeface="ComicNeueSansID"/>
            </a:endParaRPr>
          </a:p>
          <a:p>
            <a:pPr algn="r">
              <a:lnSpc>
                <a:spcPct val="114999"/>
              </a:lnSpc>
              <a:defRPr/>
            </a:pPr>
            <a:r>
              <a:rPr sz="1100">
                <a:latin typeface="ComicNeueSansID"/>
                <a:ea typeface="ComicNeueSansID"/>
                <a:cs typeface="ComicNeueSansID"/>
              </a:rPr>
              <a:t>Véhicules</a:t>
            </a:r>
            <a:endParaRPr sz="1100">
              <a:latin typeface="ComicNeueSansID"/>
              <a:cs typeface="ComicNeueSansID"/>
            </a:endParaRPr>
          </a:p>
          <a:p>
            <a:pPr algn="r">
              <a:lnSpc>
                <a:spcPct val="114999"/>
              </a:lnSpc>
              <a:defRPr/>
            </a:pPr>
            <a:r>
              <a:rPr sz="1100">
                <a:latin typeface="ComicNeueSansID"/>
                <a:ea typeface="ComicNeueSansID"/>
                <a:cs typeface="ComicNeueSansID"/>
              </a:rPr>
              <a:t>Vigilance</a:t>
            </a:r>
            <a:endParaRPr sz="1100">
              <a:latin typeface="ComicNeueSansID"/>
              <a:cs typeface="ComicNeueSansID"/>
            </a:endParaRPr>
          </a:p>
        </p:txBody>
      </p:sp>
      <p:sp>
        <p:nvSpPr>
          <p:cNvPr id="1058184716" name="ZoneTexte 1302587497"/>
          <p:cNvSpPr txBox="1"/>
          <p:nvPr/>
        </p:nvSpPr>
        <p:spPr bwMode="auto">
          <a:xfrm flipH="0" flipV="0">
            <a:off x="5803269" y="3506523"/>
            <a:ext cx="787900" cy="240523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r">
              <a:lnSpc>
                <a:spcPct val="114999"/>
              </a:lnSpc>
              <a:defRPr/>
            </a:pPr>
            <a:r>
              <a:rPr sz="110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endParaRPr sz="1100">
              <a:solidFill>
                <a:schemeClr val="bg1">
                  <a:lumMod val="65000"/>
                </a:schemeClr>
              </a:solidFill>
            </a:endParaRPr>
          </a:p>
          <a:p>
            <a:pPr algn="r">
              <a:lnSpc>
                <a:spcPct val="114999"/>
              </a:lnSpc>
              <a:defRPr/>
            </a:pP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endParaRPr sz="1100">
              <a:solidFill>
                <a:schemeClr val="bg1">
                  <a:lumMod val="65000"/>
                </a:schemeClr>
              </a:solidFill>
            </a:endParaRPr>
          </a:p>
          <a:p>
            <a:pPr algn="r">
              <a:lnSpc>
                <a:spcPct val="114999"/>
              </a:lnSpc>
              <a:defRPr/>
            </a:pP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endParaRPr sz="1100">
              <a:solidFill>
                <a:schemeClr val="bg1">
                  <a:lumMod val="65000"/>
                </a:schemeClr>
              </a:solidFill>
            </a:endParaRPr>
          </a:p>
          <a:p>
            <a:pPr algn="r">
              <a:lnSpc>
                <a:spcPct val="114999"/>
              </a:lnSpc>
              <a:defRPr/>
            </a:pP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endParaRPr sz="1100">
              <a:solidFill>
                <a:schemeClr val="bg1">
                  <a:lumMod val="65000"/>
                </a:schemeClr>
              </a:solidFill>
            </a:endParaRPr>
          </a:p>
          <a:p>
            <a:pPr algn="r">
              <a:lnSpc>
                <a:spcPct val="114999"/>
              </a:lnSpc>
              <a:defRPr/>
            </a:pP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endParaRPr sz="1100">
              <a:solidFill>
                <a:schemeClr val="bg1">
                  <a:lumMod val="65000"/>
                </a:schemeClr>
              </a:solidFill>
            </a:endParaRPr>
          </a:p>
          <a:p>
            <a:pPr algn="r">
              <a:lnSpc>
                <a:spcPct val="114999"/>
              </a:lnSpc>
              <a:defRPr/>
            </a:pP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endParaRPr sz="1100">
              <a:solidFill>
                <a:schemeClr val="bg1">
                  <a:lumMod val="65000"/>
                </a:schemeClr>
              </a:solidFill>
            </a:endParaRPr>
          </a:p>
          <a:p>
            <a:pPr algn="r">
              <a:lnSpc>
                <a:spcPct val="114999"/>
              </a:lnSpc>
              <a:defRPr/>
            </a:pP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endParaRPr sz="1100">
              <a:solidFill>
                <a:schemeClr val="bg1">
                  <a:lumMod val="65000"/>
                </a:schemeClr>
              </a:solidFill>
            </a:endParaRPr>
          </a:p>
          <a:p>
            <a:pPr algn="r">
              <a:lnSpc>
                <a:spcPct val="114999"/>
              </a:lnSpc>
              <a:defRPr/>
            </a:pP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endParaRPr sz="1100">
              <a:solidFill>
                <a:schemeClr val="bg1">
                  <a:lumMod val="65000"/>
                </a:schemeClr>
              </a:solidFill>
            </a:endParaRPr>
          </a:p>
          <a:p>
            <a:pPr algn="r">
              <a:lnSpc>
                <a:spcPct val="114999"/>
              </a:lnSpc>
              <a:defRPr/>
            </a:pP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endParaRPr sz="1100">
              <a:solidFill>
                <a:schemeClr val="bg1">
                  <a:lumMod val="65000"/>
                </a:schemeClr>
              </a:solidFill>
            </a:endParaRPr>
          </a:p>
          <a:p>
            <a:pPr algn="r">
              <a:lnSpc>
                <a:spcPct val="114999"/>
              </a:lnSpc>
              <a:defRPr/>
            </a:pP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endParaRPr sz="1100">
              <a:solidFill>
                <a:schemeClr val="bg1">
                  <a:lumMod val="65000"/>
                </a:schemeClr>
              </a:solidFill>
            </a:endParaRPr>
          </a:p>
          <a:p>
            <a:pPr algn="r">
              <a:lnSpc>
                <a:spcPct val="114999"/>
              </a:lnSpc>
              <a:defRPr/>
            </a:pP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endParaRPr sz="1100">
              <a:solidFill>
                <a:schemeClr val="bg1">
                  <a:lumMod val="65000"/>
                </a:schemeClr>
              </a:solidFill>
            </a:endParaRPr>
          </a:p>
          <a:p>
            <a:pPr algn="r">
              <a:lnSpc>
                <a:spcPct val="114999"/>
              </a:lnSpc>
              <a:defRPr/>
            </a:pP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endParaRPr lang="fr-FR" sz="1100" b="0" i="0" u="none" strike="noStrike" cap="none" spc="0">
              <a:solidFill>
                <a:schemeClr val="bg1">
                  <a:lumMod val="65000"/>
                </a:schemeClr>
              </a:solidFill>
              <a:latin typeface="Cambria Math"/>
              <a:ea typeface="Cambria Math"/>
              <a:cs typeface="Cambria Math"/>
            </a:endParaRPr>
          </a:p>
        </p:txBody>
      </p:sp>
      <p:sp>
        <p:nvSpPr>
          <p:cNvPr id="1751551300" name=""/>
          <p:cNvSpPr txBox="1"/>
          <p:nvPr/>
        </p:nvSpPr>
        <p:spPr bwMode="auto">
          <a:xfrm rot="0" flipH="0" flipV="0">
            <a:off x="3993313" y="860876"/>
            <a:ext cx="1112467" cy="8995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lnSpc>
                <a:spcPct val="100000"/>
              </a:lnSpc>
              <a:defRPr/>
            </a:pPr>
            <a:r>
              <a:rPr sz="1200">
                <a:latin typeface="ComicNeueSansID"/>
                <a:ea typeface="ComicNeueSansID"/>
                <a:cs typeface="ComicNeueSansID"/>
              </a:rPr>
              <a:t>Énergie</a:t>
            </a:r>
            <a:endParaRPr sz="1200">
              <a:latin typeface="ComicNeueSansID"/>
              <a:cs typeface="ComicNeueSansID"/>
            </a:endParaRPr>
          </a:p>
          <a:p>
            <a:pPr algn="r">
              <a:lnSpc>
                <a:spcPct val="100000"/>
              </a:lnSpc>
              <a:defRPr/>
            </a:pPr>
            <a:r>
              <a:rPr sz="1200">
                <a:latin typeface="ComicNeueSansID"/>
                <a:ea typeface="ComicNeueSansID"/>
                <a:cs typeface="ComicNeueSansID"/>
              </a:rPr>
              <a:t>Récupération</a:t>
            </a:r>
            <a:endParaRPr sz="1200">
              <a:latin typeface="ComicNeueSansID"/>
              <a:cs typeface="ComicNeueSansID"/>
            </a:endParaRPr>
          </a:p>
          <a:p>
            <a:pPr algn="r">
              <a:lnSpc>
                <a:spcPct val="100000"/>
              </a:lnSpc>
              <a:defRPr/>
            </a:pPr>
            <a:r>
              <a:rPr sz="1200">
                <a:latin typeface="ComicNeueSansID"/>
                <a:ea typeface="ComicNeueSansID"/>
                <a:cs typeface="ComicNeueSansID"/>
              </a:rPr>
              <a:t>Vigueur</a:t>
            </a:r>
            <a:br>
              <a:rPr sz="1200">
                <a:latin typeface="ComicNeueSansID"/>
                <a:ea typeface="ComicNeueSansID"/>
                <a:cs typeface="ComicNeueSansID"/>
              </a:rPr>
            </a:br>
            <a:br>
              <a:rPr sz="500">
                <a:latin typeface="ComicNeueSansID"/>
                <a:ea typeface="ComicNeueSansID"/>
                <a:cs typeface="ComicNeueSansID"/>
              </a:rPr>
            </a:br>
            <a:r>
              <a:rPr sz="1200">
                <a:latin typeface="ComicNeueSansID"/>
                <a:ea typeface="ComicNeueSansID"/>
                <a:cs typeface="ComicNeueSansID"/>
              </a:rPr>
              <a:t>Actuelle</a:t>
            </a:r>
            <a:endParaRPr sz="1600"/>
          </a:p>
        </p:txBody>
      </p:sp>
      <p:sp>
        <p:nvSpPr>
          <p:cNvPr id="1248809236" name=""/>
          <p:cNvSpPr txBox="1"/>
          <p:nvPr/>
        </p:nvSpPr>
        <p:spPr bwMode="auto">
          <a:xfrm rot="0" flipH="0" flipV="0">
            <a:off x="5021507" y="860876"/>
            <a:ext cx="1523274" cy="8766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00000"/>
              </a:lnSpc>
              <a:defRPr/>
            </a:pPr>
            <a:r>
              <a:rPr lang="fr-FR" sz="120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20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20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20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20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sz="120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fr-FR" sz="120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20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20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20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20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endParaRPr sz="1200">
              <a:solidFill>
                <a:schemeClr val="bg1">
                  <a:lumMod val="75000"/>
                </a:schemeClr>
              </a:solidFill>
            </a:endParaRPr>
          </a:p>
          <a:p>
            <a:pPr algn="l">
              <a:lnSpc>
                <a:spcPct val="100000"/>
              </a:lnSpc>
              <a:defRPr/>
            </a:pPr>
            <a:r>
              <a:rPr lang="fr-FR" sz="120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20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20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20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20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sz="120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fr-FR" sz="120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20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20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20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20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endParaRPr sz="1200">
              <a:solidFill>
                <a:schemeClr val="bg1">
                  <a:lumMod val="75000"/>
                </a:schemeClr>
              </a:solidFill>
            </a:endParaRPr>
          </a:p>
          <a:p>
            <a:pPr algn="ctr">
              <a:lnSpc>
                <a:spcPct val="100000"/>
              </a:lnSpc>
              <a:defRPr/>
            </a:pPr>
            <a:r>
              <a:rPr lang="fr-FR" sz="120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20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20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20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20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sz="120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fr-FR" sz="120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20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20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20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20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br>
              <a:rPr lang="fr-FR" sz="120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</a:br>
            <a:br>
              <a:rPr lang="fr-FR" sz="60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</a:br>
            <a:r>
              <a:rPr lang="fr-FR" sz="95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◯</a:t>
            </a:r>
            <a:r>
              <a:rPr lang="fr-FR" sz="95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◯</a:t>
            </a:r>
            <a:r>
              <a:rPr lang="fr-FR" sz="95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◯</a:t>
            </a:r>
            <a:r>
              <a:rPr lang="fr-FR" sz="95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◯</a:t>
            </a:r>
            <a:r>
              <a:rPr lang="fr-FR" sz="95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◯</a:t>
            </a:r>
            <a:r>
              <a:rPr lang="fr-FR" sz="95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lang="fr-FR" sz="95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◯</a:t>
            </a:r>
            <a:r>
              <a:rPr lang="fr-FR" sz="95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◯</a:t>
            </a:r>
            <a:r>
              <a:rPr lang="fr-FR" sz="95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◯</a:t>
            </a:r>
            <a:r>
              <a:rPr lang="fr-FR" sz="95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◯</a:t>
            </a:r>
            <a:r>
              <a:rPr lang="fr-FR" sz="95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◯</a:t>
            </a:r>
            <a:endParaRPr sz="1600"/>
          </a:p>
        </p:txBody>
      </p:sp>
      <p:cxnSp>
        <p:nvCxnSpPr>
          <p:cNvPr id="1302749076" name="Connecteur droit 806540798"/>
          <p:cNvCxnSpPr/>
          <p:nvPr/>
        </p:nvCxnSpPr>
        <p:spPr bwMode="auto">
          <a:xfrm flipH="0" flipV="1">
            <a:off x="4741266" y="6066115"/>
            <a:ext cx="2127233" cy="0"/>
          </a:xfrm>
          <a:prstGeom prst="line">
            <a:avLst/>
          </a:prstGeom>
          <a:ln w="76199" cap="flat" cmpd="sng" algn="ctr">
            <a:solidFill>
              <a:srgbClr val="FFC000">
                <a:alpha val="99999"/>
              </a:srgb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4341687" name="ZoneTexte 406616703"/>
          <p:cNvSpPr txBox="1"/>
          <p:nvPr/>
        </p:nvSpPr>
        <p:spPr bwMode="auto">
          <a:xfrm flipH="0" flipV="0">
            <a:off x="4705575" y="5883053"/>
            <a:ext cx="1314883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Quick Trick"/>
                <a:ea typeface="Quick Trick"/>
                <a:cs typeface="Quick Trick"/>
              </a:rPr>
              <a:t>TRAITS</a:t>
            </a:r>
            <a:endParaRPr/>
          </a:p>
        </p:txBody>
      </p:sp>
      <p:cxnSp>
        <p:nvCxnSpPr>
          <p:cNvPr id="244751663" name="Connecteur droit 858914340"/>
          <p:cNvCxnSpPr/>
          <p:nvPr/>
        </p:nvCxnSpPr>
        <p:spPr bwMode="auto">
          <a:xfrm flipH="0" flipV="1">
            <a:off x="-68464" y="2247774"/>
            <a:ext cx="4630672" cy="0"/>
          </a:xfrm>
          <a:prstGeom prst="line">
            <a:avLst/>
          </a:prstGeom>
          <a:ln w="76199" cap="flat" cmpd="sng" algn="ctr">
            <a:solidFill>
              <a:srgbClr val="FFC000">
                <a:alpha val="99999"/>
              </a:srgb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8421218" name="ZoneTexte 2018177722"/>
          <p:cNvSpPr txBox="1"/>
          <p:nvPr/>
        </p:nvSpPr>
        <p:spPr bwMode="auto">
          <a:xfrm flipH="0" flipV="0">
            <a:off x="19507" y="2064714"/>
            <a:ext cx="1976949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fr-FR">
                <a:solidFill>
                  <a:schemeClr val="tx1">
                    <a:lumMod val="75000"/>
                    <a:lumOff val="25000"/>
                  </a:schemeClr>
                </a:solidFill>
                <a:latin typeface="Quick Trick"/>
                <a:ea typeface="Quick Trick"/>
                <a:cs typeface="Quick Trick"/>
              </a:rPr>
              <a:t>POUVOIRS &amp; CAPACITES</a:t>
            </a:r>
            <a:endParaRPr sz="1800" b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25461952" name=""/>
          <p:cNvSpPr/>
          <p:nvPr/>
        </p:nvSpPr>
        <p:spPr bwMode="auto">
          <a:xfrm rot="0" flipH="0" flipV="0">
            <a:off x="2295791" y="2420282"/>
            <a:ext cx="2130852" cy="973545"/>
          </a:xfrm>
          <a:prstGeom prst="snip1Rect">
            <a:avLst>
              <a:gd name="adj" fmla="val 16667"/>
            </a:avLst>
          </a:prstGeom>
          <a:solidFill>
            <a:schemeClr val="bg1"/>
          </a:solidFill>
          <a:ln w="12700" cap="flat" cmpd="sng" algn="ctr">
            <a:solidFill>
              <a:schemeClr val="bg1">
                <a:lumMod val="74901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09169157" name=""/>
          <p:cNvSpPr/>
          <p:nvPr/>
        </p:nvSpPr>
        <p:spPr bwMode="auto">
          <a:xfrm rot="0" flipH="0" flipV="0">
            <a:off x="83768" y="3473893"/>
            <a:ext cx="2146353" cy="973545"/>
          </a:xfrm>
          <a:prstGeom prst="snip1Rect">
            <a:avLst>
              <a:gd name="adj" fmla="val 16667"/>
            </a:avLst>
          </a:prstGeom>
          <a:solidFill>
            <a:schemeClr val="bg1"/>
          </a:solidFill>
          <a:ln w="12700" cap="flat" cmpd="sng" algn="ctr">
            <a:solidFill>
              <a:schemeClr val="bg1">
                <a:lumMod val="74901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94198624" name=""/>
          <p:cNvSpPr/>
          <p:nvPr/>
        </p:nvSpPr>
        <p:spPr bwMode="auto">
          <a:xfrm rot="0" flipH="0" flipV="0">
            <a:off x="2295791" y="3473893"/>
            <a:ext cx="2130852" cy="973545"/>
          </a:xfrm>
          <a:prstGeom prst="snip1Rect">
            <a:avLst>
              <a:gd name="adj" fmla="val 16667"/>
            </a:avLst>
          </a:prstGeom>
          <a:solidFill>
            <a:schemeClr val="bg1"/>
          </a:solidFill>
          <a:ln w="12700" cap="flat" cmpd="sng" algn="ctr">
            <a:solidFill>
              <a:schemeClr val="bg1">
                <a:lumMod val="74901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4728901" name=""/>
          <p:cNvSpPr/>
          <p:nvPr/>
        </p:nvSpPr>
        <p:spPr bwMode="auto">
          <a:xfrm rot="0" flipH="0" flipV="0">
            <a:off x="83768" y="4528970"/>
            <a:ext cx="2146353" cy="973545"/>
          </a:xfrm>
          <a:prstGeom prst="snip1Rect">
            <a:avLst>
              <a:gd name="adj" fmla="val 16667"/>
            </a:avLst>
          </a:prstGeom>
          <a:solidFill>
            <a:schemeClr val="bg1"/>
          </a:solidFill>
          <a:ln w="12700" cap="flat" cmpd="sng" algn="ctr">
            <a:solidFill>
              <a:schemeClr val="bg1">
                <a:lumMod val="74901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89248542" name=""/>
          <p:cNvSpPr/>
          <p:nvPr/>
        </p:nvSpPr>
        <p:spPr bwMode="auto">
          <a:xfrm rot="0" flipH="0" flipV="0">
            <a:off x="2295791" y="4528970"/>
            <a:ext cx="2130852" cy="973545"/>
          </a:xfrm>
          <a:prstGeom prst="snip1Rect">
            <a:avLst>
              <a:gd name="adj" fmla="val 16667"/>
            </a:avLst>
          </a:prstGeom>
          <a:solidFill>
            <a:schemeClr val="bg1"/>
          </a:solidFill>
          <a:ln w="12700" cap="flat" cmpd="sng" algn="ctr">
            <a:solidFill>
              <a:schemeClr val="bg1">
                <a:lumMod val="74901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32023648" name=""/>
          <p:cNvSpPr txBox="1"/>
          <p:nvPr/>
        </p:nvSpPr>
        <p:spPr bwMode="auto">
          <a:xfrm rot="0" flipH="0" flipV="0">
            <a:off x="4538879" y="474265"/>
            <a:ext cx="552861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lnSpc>
                <a:spcPct val="100000"/>
              </a:lnSpc>
              <a:defRPr/>
            </a:pPr>
            <a:r>
              <a:rPr sz="1200">
                <a:latin typeface="ComicNeueSansID"/>
                <a:ea typeface="ComicNeueSansID"/>
                <a:cs typeface="ComicNeueSansID"/>
              </a:rPr>
              <a:t>Rang</a:t>
            </a:r>
            <a:endParaRPr sz="1600"/>
          </a:p>
        </p:txBody>
      </p:sp>
      <p:sp>
        <p:nvSpPr>
          <p:cNvPr id="1087923788" name=""/>
          <p:cNvSpPr txBox="1"/>
          <p:nvPr/>
        </p:nvSpPr>
        <p:spPr bwMode="auto">
          <a:xfrm rot="0" flipH="0" flipV="0">
            <a:off x="5020788" y="474265"/>
            <a:ext cx="149914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00000"/>
              </a:lnSpc>
              <a:defRPr/>
            </a:pPr>
            <a:r>
              <a:rPr lang="fr-FR" sz="120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20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20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20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20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sz="120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fr-FR" sz="120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20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20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20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20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endParaRPr sz="1200"/>
          </a:p>
        </p:txBody>
      </p:sp>
      <p:cxnSp>
        <p:nvCxnSpPr>
          <p:cNvPr id="777786734" name=""/>
          <p:cNvCxnSpPr/>
          <p:nvPr/>
        </p:nvCxnSpPr>
        <p:spPr bwMode="auto">
          <a:xfrm rot="5400000" flipH="1" flipV="1">
            <a:off x="5758663" y="445773"/>
            <a:ext cx="0" cy="761999"/>
          </a:xfrm>
          <a:prstGeom prst="line">
            <a:avLst/>
          </a:prstGeom>
          <a:ln w="12700" cap="flat" cmpd="sng" algn="ctr">
            <a:solidFill>
              <a:schemeClr val="bg1">
                <a:lumMod val="74901"/>
              </a:scheme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9966544" name="Connecteur droit 342798987"/>
          <p:cNvCxnSpPr/>
          <p:nvPr/>
        </p:nvCxnSpPr>
        <p:spPr bwMode="auto">
          <a:xfrm flipH="0" flipV="1">
            <a:off x="-14510" y="5781761"/>
            <a:ext cx="2291426" cy="0"/>
          </a:xfrm>
          <a:prstGeom prst="line">
            <a:avLst/>
          </a:prstGeom>
          <a:ln w="76199" cap="flat" cmpd="sng" algn="ctr">
            <a:solidFill>
              <a:srgbClr val="FFC000">
                <a:alpha val="99999"/>
              </a:srgb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6912868" name="ZoneTexte 966486802"/>
          <p:cNvSpPr txBox="1"/>
          <p:nvPr/>
        </p:nvSpPr>
        <p:spPr bwMode="auto">
          <a:xfrm flipH="0" flipV="0">
            <a:off x="29920" y="5598700"/>
            <a:ext cx="2217670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Quick Trick"/>
                <a:ea typeface="Quick Trick"/>
                <a:cs typeface="Quick Trick"/>
              </a:rPr>
              <a:t>REPUTATIO</a:t>
            </a:r>
            <a:r>
              <a:rPr lang="fr-FR" sz="1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Quick Trick"/>
                <a:ea typeface="Quick Trick"/>
                <a:cs typeface="Quick Trick"/>
              </a:rPr>
              <a:t>N</a:t>
            </a:r>
            <a:r>
              <a:rPr lang="fr-FR" sz="1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Quick Trick"/>
                <a:ea typeface="Quick Trick"/>
                <a:cs typeface="Quick Trick"/>
              </a:rPr>
              <a:t> &amp; RELATIONS</a:t>
            </a:r>
            <a:endParaRPr lang="fr-FR" sz="1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Quick Trick"/>
              <a:cs typeface="Quick Trick"/>
            </a:endParaRPr>
          </a:p>
        </p:txBody>
      </p:sp>
      <p:cxnSp>
        <p:nvCxnSpPr>
          <p:cNvPr id="1524338625" name="Connecteur droit 806540798"/>
          <p:cNvCxnSpPr/>
          <p:nvPr/>
        </p:nvCxnSpPr>
        <p:spPr bwMode="auto">
          <a:xfrm flipH="0" flipV="1">
            <a:off x="2373414" y="5781760"/>
            <a:ext cx="2188792" cy="0"/>
          </a:xfrm>
          <a:prstGeom prst="line">
            <a:avLst/>
          </a:prstGeom>
          <a:ln w="76199" cap="flat" cmpd="sng" algn="ctr">
            <a:solidFill>
              <a:srgbClr val="FFC000">
                <a:alpha val="99999"/>
              </a:srgb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3216912" name="ZoneTexte 406616703"/>
          <p:cNvSpPr txBox="1"/>
          <p:nvPr/>
        </p:nvSpPr>
        <p:spPr bwMode="auto">
          <a:xfrm flipH="0" flipV="0">
            <a:off x="2382898" y="5598698"/>
            <a:ext cx="1963941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Quick Trick"/>
                <a:ea typeface="Quick Trick"/>
                <a:cs typeface="Quick Trick"/>
              </a:rPr>
              <a:t>STRESS</a:t>
            </a:r>
            <a:endParaRPr/>
          </a:p>
        </p:txBody>
      </p:sp>
      <p:sp>
        <p:nvSpPr>
          <p:cNvPr id="483460242" name=""/>
          <p:cNvSpPr txBox="1"/>
          <p:nvPr/>
        </p:nvSpPr>
        <p:spPr bwMode="auto">
          <a:xfrm rot="0" flipH="0" flipV="0">
            <a:off x="2386090" y="6202248"/>
            <a:ext cx="2181685" cy="23927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50000"/>
              </a:lnSpc>
              <a:defRPr/>
            </a:pPr>
            <a:r>
              <a:rPr lang="fr-FR" sz="1000" b="0" i="0" u="none" strike="noStrike" cap="none" spc="0">
                <a:solidFill>
                  <a:schemeClr val="tx1"/>
                </a:solidFill>
                <a:latin typeface="ComicNeueSansID"/>
                <a:ea typeface="ComicNeueSansID"/>
                <a:cs typeface="ComicNeueSansID"/>
              </a:rPr>
              <a:t>Exutoires :</a:t>
            </a:r>
            <a:r>
              <a:rPr lang="fr-FR" sz="1000" b="0" i="0" u="none" strike="noStrike" cap="none" spc="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000" b="0" i="0" u="none" strike="noStrike" cap="none" spc="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</a:rPr>
              <a:t>__________________</a:t>
            </a:r>
            <a:endParaRPr lang="fr-FR" sz="1000" b="0" i="0" u="none" strike="noStrike" cap="none" spc="0">
              <a:solidFill>
                <a:schemeClr val="bg2">
                  <a:lumMod val="90000"/>
                </a:schemeClr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50000"/>
              </a:lnSpc>
              <a:defRPr/>
            </a:pPr>
            <a:r>
              <a:rPr lang="fr-FR" sz="1000" b="0" i="0" u="none" strike="noStrike" cap="none" spc="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</a:rPr>
              <a:t>___________________________</a:t>
            </a:r>
            <a:endParaRPr lang="fr-FR" sz="1200" b="0" i="0" u="none" strike="noStrike" cap="none" spc="0">
              <a:solidFill>
                <a:schemeClr val="bg2">
                  <a:lumMod val="90000"/>
                </a:schemeClr>
              </a:solidFill>
              <a:latin typeface="Arial"/>
              <a:ea typeface="Arial"/>
              <a:cs typeface="Arial"/>
            </a:endParaRPr>
          </a:p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000" b="0" i="0" u="none" strike="noStrike" cap="none" spc="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</a:rPr>
              <a:t>___________________________</a:t>
            </a:r>
            <a:br>
              <a:rPr lang="fr-FR" sz="1000" b="0" i="0" u="none" strike="noStrike" cap="none" spc="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</a:rPr>
            </a:br>
            <a:r>
              <a:rPr lang="fr-FR" sz="1000" b="0" i="0" u="none" strike="noStrike" cap="none" spc="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</a:rPr>
              <a:t>___________________________</a:t>
            </a:r>
            <a:endParaRPr sz="1000" b="0" i="0" u="none" strike="noStrike" cap="none" spc="0">
              <a:solidFill>
                <a:schemeClr val="bg2">
                  <a:lumMod val="90000"/>
                </a:schemeClr>
              </a:solidFill>
              <a:latin typeface="Arial"/>
              <a:ea typeface="Arial"/>
              <a:cs typeface="Arial"/>
            </a:endParaRPr>
          </a:p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000" b="0" i="0" u="none" strike="noStrike" cap="none" spc="0">
                <a:solidFill>
                  <a:schemeClr val="tx1"/>
                </a:solidFill>
                <a:latin typeface="ComicNeueSansID"/>
                <a:ea typeface="ComicNeueSansID"/>
                <a:cs typeface="ComicNeueSansID"/>
              </a:rPr>
              <a:t>Complications :</a:t>
            </a:r>
            <a:r>
              <a:rPr lang="fr-FR" sz="1000" b="0" i="0" u="none" strike="noStrike" cap="none" spc="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</a:rPr>
              <a:t> ______________</a:t>
            </a:r>
            <a:endParaRPr sz="1000" b="0" i="0" u="none" strike="noStrike" cap="none" spc="0">
              <a:solidFill>
                <a:schemeClr val="bg2">
                  <a:lumMod val="90000"/>
                </a:schemeClr>
              </a:solidFill>
              <a:latin typeface="Arial"/>
              <a:ea typeface="Arial"/>
              <a:cs typeface="Arial"/>
            </a:endParaRPr>
          </a:p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000" b="0" i="0" u="none" strike="noStrike" cap="none" spc="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</a:rPr>
              <a:t>___________________________</a:t>
            </a:r>
            <a:endParaRPr sz="1000" b="0" i="0" u="none" strike="noStrike" cap="none" spc="0">
              <a:solidFill>
                <a:schemeClr val="bg2">
                  <a:lumMod val="90000"/>
                </a:schemeClr>
              </a:solidFill>
              <a:latin typeface="Arial"/>
              <a:ea typeface="Arial"/>
              <a:cs typeface="Arial"/>
            </a:endParaRPr>
          </a:p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000" b="0" i="0" u="none" strike="noStrike" cap="none" spc="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</a:rPr>
              <a:t>___________________________</a:t>
            </a:r>
            <a:endParaRPr sz="1000" b="0" i="0" u="none" strike="noStrike" cap="none" spc="0">
              <a:solidFill>
                <a:schemeClr val="bg2">
                  <a:lumMod val="90000"/>
                </a:schemeClr>
              </a:solidFill>
              <a:latin typeface="Arial"/>
              <a:ea typeface="Arial"/>
              <a:cs typeface="Arial"/>
            </a:endParaRPr>
          </a:p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000" b="0" i="0" u="none" strike="noStrike" cap="none" spc="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</a:rPr>
              <a:t>___________________________</a:t>
            </a:r>
            <a:endParaRPr sz="1000" b="0" i="0" u="none" strike="noStrike" cap="none" spc="0">
              <a:solidFill>
                <a:schemeClr val="bg2">
                  <a:lumMod val="90000"/>
                </a:schemeClr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50000"/>
              </a:lnSpc>
              <a:defRPr/>
            </a:pPr>
            <a:r>
              <a:rPr lang="fr-FR" sz="1000" b="0" i="0" u="none" strike="noStrike" cap="none" spc="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</a:rPr>
              <a:t>___________________________</a:t>
            </a:r>
            <a:br>
              <a:rPr lang="fr-FR" sz="1000" b="0" i="0" u="none" strike="noStrike" cap="none" spc="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</a:rPr>
            </a:br>
            <a:r>
              <a:rPr lang="fr-FR" sz="1000" b="0" i="0" u="none" strike="noStrike" cap="none" spc="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</a:rPr>
              <a:t>___________________________</a:t>
            </a:r>
            <a:endParaRPr lang="fr-FR" sz="1000" b="0" i="0" u="none" strike="noStrike" cap="none" spc="0">
              <a:solidFill>
                <a:schemeClr val="bg2">
                  <a:lumMod val="9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6731330" name=""/>
          <p:cNvSpPr/>
          <p:nvPr/>
        </p:nvSpPr>
        <p:spPr bwMode="auto">
          <a:xfrm rot="0" flipH="0" flipV="0">
            <a:off x="1839911" y="5987547"/>
            <a:ext cx="394473" cy="205153"/>
          </a:xfrm>
          <a:prstGeom prst="flowChartPreparation">
            <a:avLst/>
          </a:prstGeom>
          <a:solidFill>
            <a:schemeClr val="bg1"/>
          </a:solidFill>
          <a:ln w="6350" cap="flat" cmpd="sng" algn="ctr">
            <a:solidFill>
              <a:srgbClr val="939393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15077500" name=""/>
          <p:cNvSpPr/>
          <p:nvPr/>
        </p:nvSpPr>
        <p:spPr bwMode="auto">
          <a:xfrm rot="0" flipH="0" flipV="0">
            <a:off x="1838936" y="6220542"/>
            <a:ext cx="394472" cy="205152"/>
          </a:xfrm>
          <a:prstGeom prst="flowChartPreparation">
            <a:avLst/>
          </a:prstGeom>
          <a:solidFill>
            <a:schemeClr val="bg1"/>
          </a:solidFill>
          <a:ln w="6350" cap="flat" cmpd="sng" algn="ctr">
            <a:solidFill>
              <a:srgbClr val="939393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69249005" name=""/>
          <p:cNvSpPr/>
          <p:nvPr/>
        </p:nvSpPr>
        <p:spPr bwMode="auto">
          <a:xfrm rot="0" flipH="0" flipV="0">
            <a:off x="1838936" y="6457019"/>
            <a:ext cx="394472" cy="205152"/>
          </a:xfrm>
          <a:prstGeom prst="flowChartPreparation">
            <a:avLst/>
          </a:prstGeom>
          <a:solidFill>
            <a:schemeClr val="bg1"/>
          </a:solidFill>
          <a:ln w="6350" cap="flat" cmpd="sng" algn="ctr">
            <a:solidFill>
              <a:srgbClr val="939393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22069353" name=""/>
          <p:cNvSpPr/>
          <p:nvPr/>
        </p:nvSpPr>
        <p:spPr bwMode="auto">
          <a:xfrm rot="0" flipH="0" flipV="0">
            <a:off x="1837962" y="6690015"/>
            <a:ext cx="394472" cy="205152"/>
          </a:xfrm>
          <a:prstGeom prst="flowChartPreparation">
            <a:avLst/>
          </a:prstGeom>
          <a:solidFill>
            <a:schemeClr val="bg1"/>
          </a:solidFill>
          <a:ln w="6350" cap="flat" cmpd="sng" algn="ctr">
            <a:solidFill>
              <a:srgbClr val="939393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30424828" name=""/>
          <p:cNvSpPr/>
          <p:nvPr/>
        </p:nvSpPr>
        <p:spPr bwMode="auto">
          <a:xfrm rot="0" flipH="0" flipV="0">
            <a:off x="1837962" y="6922020"/>
            <a:ext cx="394472" cy="205152"/>
          </a:xfrm>
          <a:prstGeom prst="flowChartPreparation">
            <a:avLst/>
          </a:prstGeom>
          <a:solidFill>
            <a:schemeClr val="bg1"/>
          </a:solidFill>
          <a:ln w="6350" cap="flat" cmpd="sng" algn="ctr">
            <a:solidFill>
              <a:srgbClr val="939393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7642139" name=""/>
          <p:cNvSpPr/>
          <p:nvPr/>
        </p:nvSpPr>
        <p:spPr bwMode="auto">
          <a:xfrm rot="0" flipH="0" flipV="0">
            <a:off x="1836986" y="7147688"/>
            <a:ext cx="394472" cy="205152"/>
          </a:xfrm>
          <a:prstGeom prst="flowChartPreparation">
            <a:avLst/>
          </a:prstGeom>
          <a:solidFill>
            <a:schemeClr val="bg1"/>
          </a:solidFill>
          <a:ln w="6350" cap="flat" cmpd="sng" algn="ctr">
            <a:solidFill>
              <a:srgbClr val="939393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5463889" name=""/>
          <p:cNvSpPr/>
          <p:nvPr/>
        </p:nvSpPr>
        <p:spPr bwMode="auto">
          <a:xfrm rot="0" flipH="0" flipV="0">
            <a:off x="1836986" y="7369512"/>
            <a:ext cx="394472" cy="205152"/>
          </a:xfrm>
          <a:prstGeom prst="flowChartPreparation">
            <a:avLst/>
          </a:prstGeom>
          <a:solidFill>
            <a:schemeClr val="bg1"/>
          </a:solidFill>
          <a:ln w="6350" cap="flat" cmpd="sng" algn="ctr">
            <a:solidFill>
              <a:srgbClr val="939393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43254621" name=""/>
          <p:cNvSpPr/>
          <p:nvPr/>
        </p:nvSpPr>
        <p:spPr bwMode="auto">
          <a:xfrm rot="0" flipH="0" flipV="0">
            <a:off x="1836011" y="7602507"/>
            <a:ext cx="394472" cy="205152"/>
          </a:xfrm>
          <a:prstGeom prst="flowChartPreparation">
            <a:avLst/>
          </a:prstGeom>
          <a:solidFill>
            <a:schemeClr val="bg1"/>
          </a:solidFill>
          <a:ln w="6350" cap="flat" cmpd="sng" algn="ctr">
            <a:solidFill>
              <a:srgbClr val="939393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32276431" name=""/>
          <p:cNvSpPr/>
          <p:nvPr/>
        </p:nvSpPr>
        <p:spPr bwMode="auto">
          <a:xfrm rot="0" flipH="0" flipV="0">
            <a:off x="1836011" y="7835501"/>
            <a:ext cx="394472" cy="205152"/>
          </a:xfrm>
          <a:prstGeom prst="flowChartPreparation">
            <a:avLst/>
          </a:prstGeom>
          <a:solidFill>
            <a:schemeClr val="bg1"/>
          </a:solidFill>
          <a:ln w="6350" cap="flat" cmpd="sng" algn="ctr">
            <a:solidFill>
              <a:srgbClr val="939393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81221347" name=""/>
          <p:cNvSpPr/>
          <p:nvPr/>
        </p:nvSpPr>
        <p:spPr bwMode="auto">
          <a:xfrm rot="0" flipH="0" flipV="0">
            <a:off x="1836011" y="8057327"/>
            <a:ext cx="394472" cy="205152"/>
          </a:xfrm>
          <a:prstGeom prst="flowChartPreparation">
            <a:avLst/>
          </a:prstGeom>
          <a:solidFill>
            <a:schemeClr val="bg1"/>
          </a:solidFill>
          <a:ln w="6350" cap="flat" cmpd="sng" algn="ctr">
            <a:solidFill>
              <a:srgbClr val="939393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0197371" name="Flèche : pentagone 1980093981"/>
          <p:cNvSpPr/>
          <p:nvPr/>
        </p:nvSpPr>
        <p:spPr bwMode="auto">
          <a:xfrm>
            <a:off x="2677303" y="5977432"/>
            <a:ext cx="188775" cy="182466"/>
          </a:xfrm>
          <a:prstGeom prst="homePlate">
            <a:avLst>
              <a:gd name="adj" fmla="val 50000"/>
            </a:avLst>
          </a:prstGeom>
          <a:noFill/>
          <a:ln w="12700" cap="flat" cmpd="sng" algn="ctr">
            <a:solidFill>
              <a:schemeClr val="bg1">
                <a:lumMod val="74901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7954018" name="Flèche : pentagone 905284374"/>
          <p:cNvSpPr/>
          <p:nvPr/>
        </p:nvSpPr>
        <p:spPr bwMode="auto">
          <a:xfrm>
            <a:off x="2866077" y="5977432"/>
            <a:ext cx="188775" cy="182466"/>
          </a:xfrm>
          <a:prstGeom prst="homePlate">
            <a:avLst>
              <a:gd name="adj" fmla="val 50000"/>
            </a:avLst>
          </a:prstGeom>
          <a:noFill/>
          <a:ln w="12700" cap="flat" cmpd="sng" algn="ctr">
            <a:solidFill>
              <a:schemeClr val="bg1">
                <a:lumMod val="74901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5861856" name="Flèche : pentagone 1880610112"/>
          <p:cNvSpPr/>
          <p:nvPr/>
        </p:nvSpPr>
        <p:spPr bwMode="auto">
          <a:xfrm>
            <a:off x="3054853" y="5977432"/>
            <a:ext cx="188775" cy="182467"/>
          </a:xfrm>
          <a:prstGeom prst="homePlate">
            <a:avLst>
              <a:gd name="adj" fmla="val 50000"/>
            </a:avLst>
          </a:prstGeom>
          <a:noFill/>
          <a:ln w="12700" cap="flat" cmpd="sng" algn="ctr">
            <a:solidFill>
              <a:schemeClr val="bg1">
                <a:lumMod val="74901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98114432" name="Flèche : pentagone 446859139"/>
          <p:cNvSpPr/>
          <p:nvPr/>
        </p:nvSpPr>
        <p:spPr bwMode="auto">
          <a:xfrm>
            <a:off x="3243628" y="5977432"/>
            <a:ext cx="188775" cy="182466"/>
          </a:xfrm>
          <a:prstGeom prst="homePlate">
            <a:avLst>
              <a:gd name="adj" fmla="val 50000"/>
            </a:avLst>
          </a:prstGeom>
          <a:noFill/>
          <a:ln w="12700" cap="flat" cmpd="sng" algn="ctr">
            <a:solidFill>
              <a:schemeClr val="bg1">
                <a:lumMod val="74901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04851735" name="Flèche : pentagone 2055848356"/>
          <p:cNvSpPr/>
          <p:nvPr/>
        </p:nvSpPr>
        <p:spPr bwMode="auto">
          <a:xfrm>
            <a:off x="3505678" y="5977432"/>
            <a:ext cx="188775" cy="182466"/>
          </a:xfrm>
          <a:prstGeom prst="homePlate">
            <a:avLst>
              <a:gd name="adj" fmla="val 50000"/>
            </a:avLst>
          </a:prstGeom>
          <a:solidFill>
            <a:schemeClr val="bg1">
              <a:lumMod val="75000"/>
              <a:alpha val="72999"/>
            </a:schemeClr>
          </a:solidFill>
          <a:ln w="12700" cap="flat" cmpd="sng" algn="ctr">
            <a:solidFill>
              <a:schemeClr val="bg1">
                <a:lumMod val="74901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27319200" name="Flèche : pentagone 1980093981"/>
          <p:cNvSpPr/>
          <p:nvPr/>
        </p:nvSpPr>
        <p:spPr bwMode="auto">
          <a:xfrm>
            <a:off x="3694453" y="5977432"/>
            <a:ext cx="188775" cy="182466"/>
          </a:xfrm>
          <a:prstGeom prst="homePlate">
            <a:avLst>
              <a:gd name="adj" fmla="val 50000"/>
            </a:avLst>
          </a:prstGeom>
          <a:solidFill>
            <a:schemeClr val="bg1">
              <a:lumMod val="75000"/>
              <a:alpha val="72999"/>
            </a:schemeClr>
          </a:solidFill>
          <a:ln w="12700" cap="flat" cmpd="sng" algn="ctr">
            <a:solidFill>
              <a:schemeClr val="bg1">
                <a:lumMod val="74901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32360509" name="Flèche : pentagone 905284374"/>
          <p:cNvSpPr/>
          <p:nvPr/>
        </p:nvSpPr>
        <p:spPr bwMode="auto">
          <a:xfrm>
            <a:off x="3956497" y="5977432"/>
            <a:ext cx="188775" cy="182466"/>
          </a:xfrm>
          <a:prstGeom prst="homePlate">
            <a:avLst>
              <a:gd name="adj" fmla="val 50000"/>
            </a:avLst>
          </a:prstGeom>
          <a:solidFill>
            <a:schemeClr val="bg1">
              <a:lumMod val="75000"/>
              <a:alpha val="72999"/>
            </a:schemeClr>
          </a:solidFill>
          <a:ln w="12700" cap="flat" cmpd="sng" algn="ctr">
            <a:solidFill>
              <a:schemeClr val="bg1">
                <a:lumMod val="74901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70065936" name="Connecteur droit 806540798"/>
          <p:cNvCxnSpPr/>
          <p:nvPr/>
        </p:nvCxnSpPr>
        <p:spPr bwMode="auto">
          <a:xfrm flipH="0" flipV="1">
            <a:off x="4660046" y="8357477"/>
            <a:ext cx="2135184" cy="0"/>
          </a:xfrm>
          <a:prstGeom prst="line">
            <a:avLst/>
          </a:prstGeom>
          <a:ln w="76199" cap="flat" cmpd="sng" algn="ctr">
            <a:solidFill>
              <a:srgbClr val="FFC000">
                <a:alpha val="99999"/>
              </a:srgb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8806844" name="ZoneTexte 406616703"/>
          <p:cNvSpPr txBox="1"/>
          <p:nvPr/>
        </p:nvSpPr>
        <p:spPr bwMode="auto">
          <a:xfrm flipH="0" flipV="0">
            <a:off x="4714077" y="8170164"/>
            <a:ext cx="1447218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Quick Trick"/>
                <a:ea typeface="Quick Trick"/>
                <a:cs typeface="Quick Trick"/>
              </a:rPr>
              <a:t>EXPERIENCE</a:t>
            </a:r>
            <a:endParaRPr/>
          </a:p>
        </p:txBody>
      </p:sp>
      <p:sp>
        <p:nvSpPr>
          <p:cNvPr id="1122321781" name=""/>
          <p:cNvSpPr txBox="1"/>
          <p:nvPr/>
        </p:nvSpPr>
        <p:spPr bwMode="auto">
          <a:xfrm rot="0" flipH="0" flipV="0">
            <a:off x="5101368" y="8525759"/>
            <a:ext cx="1381485" cy="5947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b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</a:b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endParaRPr sz="1100" b="0" i="0" u="none" strike="noStrike" cap="none" spc="0">
              <a:solidFill>
                <a:schemeClr val="bg1">
                  <a:lumMod val="65000"/>
                </a:schemeClr>
              </a:solidFill>
              <a:latin typeface="Cambria Math"/>
              <a:cs typeface="Cambria Math"/>
            </a:endParaRPr>
          </a:p>
          <a:p>
            <a:pPr>
              <a:defRPr/>
            </a:pP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endParaRPr>
              <a:solidFill>
                <a:schemeClr val="bg1">
                  <a:lumMod val="65000"/>
                </a:schemeClr>
              </a:solidFill>
              <a:latin typeface="Cambria Math"/>
              <a:cs typeface="Cambria Math"/>
            </a:endParaRPr>
          </a:p>
        </p:txBody>
      </p:sp>
      <p:sp>
        <p:nvSpPr>
          <p:cNvPr id="149167253" name=""/>
          <p:cNvSpPr txBox="1"/>
          <p:nvPr/>
        </p:nvSpPr>
        <p:spPr bwMode="auto">
          <a:xfrm rot="0" flipH="0" flipV="0">
            <a:off x="5101368" y="9247633"/>
            <a:ext cx="1381485" cy="5947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b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</a:b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endParaRPr sz="1100" b="0" i="0" u="none" strike="noStrike" cap="none" spc="0">
              <a:solidFill>
                <a:schemeClr val="bg1">
                  <a:lumMod val="65000"/>
                </a:schemeClr>
              </a:solidFill>
              <a:latin typeface="Cambria Math"/>
              <a:cs typeface="Cambria Math"/>
            </a:endParaRPr>
          </a:p>
          <a:p>
            <a:pPr>
              <a:defRPr/>
            </a:pP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endParaRPr>
              <a:solidFill>
                <a:schemeClr val="bg1">
                  <a:lumMod val="65000"/>
                </a:schemeClr>
              </a:solidFill>
              <a:latin typeface="Cambria Math"/>
              <a:cs typeface="Cambria Math"/>
            </a:endParaRPr>
          </a:p>
        </p:txBody>
      </p:sp>
      <p:sp>
        <p:nvSpPr>
          <p:cNvPr id="1905679531" name="ZoneTexte 1440859034"/>
          <p:cNvSpPr txBox="1"/>
          <p:nvPr/>
        </p:nvSpPr>
        <p:spPr bwMode="auto">
          <a:xfrm rot="16199998">
            <a:off x="4713634" y="8700060"/>
            <a:ext cx="601174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1200" b="1">
                <a:solidFill>
                  <a:schemeClr val="bg1">
                    <a:lumMod val="65000"/>
                  </a:schemeClr>
                </a:solidFill>
                <a:latin typeface="ComicNeueSansID"/>
                <a:ea typeface="ComicNeueSansID"/>
                <a:cs typeface="ComicNeueSansID"/>
              </a:rPr>
              <a:t>HERO</a:t>
            </a:r>
            <a:endParaRPr/>
          </a:p>
        </p:txBody>
      </p:sp>
      <p:sp>
        <p:nvSpPr>
          <p:cNvPr id="441820079" name="ZoneTexte 1440859034"/>
          <p:cNvSpPr txBox="1"/>
          <p:nvPr/>
        </p:nvSpPr>
        <p:spPr bwMode="auto">
          <a:xfrm rot="16199998">
            <a:off x="4757767" y="9416297"/>
            <a:ext cx="522989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1200" b="1">
                <a:solidFill>
                  <a:schemeClr val="bg1">
                    <a:lumMod val="65000"/>
                  </a:schemeClr>
                </a:solidFill>
                <a:latin typeface="ComicNeueSansID"/>
                <a:ea typeface="ComicNeueSansID"/>
                <a:cs typeface="ComicNeueSansID"/>
              </a:rPr>
              <a:t>APTI</a:t>
            </a:r>
            <a:endParaRPr/>
          </a:p>
        </p:txBody>
      </p:sp>
      <p:cxnSp>
        <p:nvCxnSpPr>
          <p:cNvPr id="8580475" name=""/>
          <p:cNvCxnSpPr/>
          <p:nvPr/>
        </p:nvCxnSpPr>
        <p:spPr bwMode="auto">
          <a:xfrm flipH="0" flipV="1">
            <a:off x="5426875" y="9190971"/>
            <a:ext cx="730472" cy="0"/>
          </a:xfrm>
          <a:prstGeom prst="line">
            <a:avLst/>
          </a:prstGeom>
          <a:ln w="12700" cap="flat" cmpd="sng" algn="ctr">
            <a:solidFill>
              <a:schemeClr val="bg1">
                <a:lumMod val="74901"/>
              </a:scheme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3899453" name="Connecteur droit 806540798"/>
          <p:cNvCxnSpPr/>
          <p:nvPr/>
        </p:nvCxnSpPr>
        <p:spPr bwMode="auto">
          <a:xfrm flipH="0" flipV="1">
            <a:off x="4674172" y="2015713"/>
            <a:ext cx="2157693" cy="0"/>
          </a:xfrm>
          <a:prstGeom prst="line">
            <a:avLst/>
          </a:prstGeom>
          <a:ln w="76199" cap="flat" cmpd="sng" algn="ctr">
            <a:solidFill>
              <a:srgbClr val="FFC000">
                <a:alpha val="99999"/>
              </a:srgb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3290954" name="ZoneTexte 406616703"/>
          <p:cNvSpPr txBox="1"/>
          <p:nvPr/>
        </p:nvSpPr>
        <p:spPr bwMode="auto">
          <a:xfrm flipH="0" flipV="0">
            <a:off x="4708190" y="1832651"/>
            <a:ext cx="875729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Quick Trick"/>
                <a:ea typeface="Quick Trick"/>
                <a:cs typeface="Quick Trick"/>
              </a:rPr>
              <a:t>ETATS</a:t>
            </a:r>
            <a:endParaRPr/>
          </a:p>
        </p:txBody>
      </p:sp>
      <p:sp>
        <p:nvSpPr>
          <p:cNvPr id="1342925620" name=""/>
          <p:cNvSpPr txBox="1"/>
          <p:nvPr/>
        </p:nvSpPr>
        <p:spPr bwMode="auto">
          <a:xfrm rot="0" flipH="0" flipV="0">
            <a:off x="4564268" y="2186787"/>
            <a:ext cx="2163445" cy="88406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lvl="0" indent="0" algn="l" defTabSz="9144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defRPr lang="fr-FR"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rgbClr val="000000"/>
                </a:solidFill>
                <a:latin typeface="ComicNeueSansID"/>
                <a:ea typeface="ComicNeueSansID"/>
                <a:cs typeface="ComicNeueSansID"/>
              </a:rPr>
              <a:t> Blessé</a:t>
            </a:r>
            <a:r>
              <a:rPr lang="fr-FR" sz="900" b="0" i="0" u="none" strike="noStrike" cap="none" spc="0">
                <a:solidFill>
                  <a:schemeClr val="tx1">
                    <a:lumMod val="50000"/>
                    <a:lumOff val="50000"/>
                  </a:schemeClr>
                </a:solidFill>
                <a:latin typeface="ComicNeueSansID"/>
                <a:ea typeface="ComicNeueSansID"/>
                <a:cs typeface="ComicNeueSansID"/>
              </a:rPr>
              <a:t> (1/2 vigueur max)</a:t>
            </a:r>
            <a:endParaRPr sz="900">
              <a:latin typeface="ComicNeueSansID"/>
              <a:cs typeface="ComicNeueSansID"/>
            </a:endParaRPr>
          </a:p>
          <a:p>
            <a:pPr marL="0" marR="0" lvl="0" indent="0" algn="l" defTabSz="9144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defRPr lang="fr-FR"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rgbClr val="000000"/>
                </a:solidFill>
                <a:latin typeface="ComicNeueSansID"/>
                <a:ea typeface="ComicNeueSansID"/>
                <a:cs typeface="ComicNeueSansID"/>
              </a:rPr>
              <a:t> Incapacité</a:t>
            </a:r>
            <a:r>
              <a:rPr sz="900">
                <a:solidFill>
                  <a:schemeClr val="tx1">
                    <a:lumMod val="50000"/>
                    <a:lumOff val="50000"/>
                  </a:schemeClr>
                </a:solidFill>
                <a:latin typeface="ComicNeueSansID"/>
                <a:cs typeface="ComicNeueSansID"/>
              </a:rPr>
              <a:t> (hors jeu)</a:t>
            </a:r>
            <a:endParaRPr lang="fr-FR" sz="1100" b="0" i="0" u="none" strike="noStrike" cap="none" spc="0">
              <a:solidFill>
                <a:srgbClr val="000000"/>
              </a:solidFill>
              <a:latin typeface="ComicNeueSansID"/>
              <a:ea typeface="ComicNeueSansID"/>
              <a:cs typeface="ComicNeueSansID"/>
            </a:endParaRPr>
          </a:p>
          <a:p>
            <a:pPr marL="0" marR="0" lvl="0" indent="0" algn="l" defTabSz="9144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defRPr lang="fr-FR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rgbClr val="000000"/>
                </a:solidFill>
                <a:latin typeface="ComicNeueSansID"/>
                <a:ea typeface="ComicNeueSansID"/>
                <a:cs typeface="ComicNeueSansID"/>
              </a:rPr>
              <a:t> Angoissé</a:t>
            </a:r>
            <a:r>
              <a:rPr lang="fr-FR" sz="900" b="0" i="0" u="none" strike="noStrike" cap="none" spc="0">
                <a:solidFill>
                  <a:schemeClr val="tx1">
                    <a:lumMod val="50000"/>
                    <a:lumOff val="50000"/>
                  </a:schemeClr>
                </a:solidFill>
                <a:latin typeface="ComicNeueSansID"/>
                <a:ea typeface="ComicNeueSansID"/>
                <a:cs typeface="ComicNeueSansID"/>
              </a:rPr>
              <a:t> (-2 aptitude -1 énergie)</a:t>
            </a:r>
            <a:endParaRPr sz="1100" b="0" i="0" u="none" strike="noStrike" cap="none" spc="0">
              <a:solidFill>
                <a:srgbClr val="000000"/>
              </a:solidFill>
              <a:latin typeface="ComicNeueSansID"/>
              <a:ea typeface="ComicNeueSansID"/>
              <a:cs typeface="ComicNeueSansID"/>
            </a:endParaRPr>
          </a:p>
          <a:p>
            <a:pPr marL="0" marR="0" lvl="0" indent="0" algn="l" defTabSz="9144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defRPr lang="fr-FR"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rgbClr val="000000"/>
                </a:solidFill>
                <a:latin typeface="ComicNeueSansID"/>
                <a:ea typeface="ComicNeueSansID"/>
                <a:cs typeface="ComicNeueSansID"/>
              </a:rPr>
              <a:t> Brisé</a:t>
            </a:r>
            <a:r>
              <a:rPr lang="fr-FR" sz="900" b="0" i="0" u="none" strike="noStrike" cap="none" spc="0">
                <a:solidFill>
                  <a:schemeClr val="tx1">
                    <a:lumMod val="50000"/>
                    <a:lumOff val="50000"/>
                  </a:schemeClr>
                </a:solidFill>
                <a:latin typeface="ComicNeueSansID"/>
                <a:ea typeface="ComicNeueSansID"/>
                <a:cs typeface="ComicNeueSansID"/>
              </a:rPr>
              <a:t> (hors jeu)</a:t>
            </a:r>
            <a:endParaRPr sz="1100">
              <a:latin typeface="ComicNeueSansID"/>
              <a:cs typeface="ComicNeueSansID"/>
            </a:endParaRPr>
          </a:p>
        </p:txBody>
      </p:sp>
      <p:sp>
        <p:nvSpPr>
          <p:cNvPr id="601435318" name=""/>
          <p:cNvSpPr/>
          <p:nvPr/>
        </p:nvSpPr>
        <p:spPr bwMode="auto">
          <a:xfrm rot="0" flipH="0" flipV="0">
            <a:off x="1835652" y="8281615"/>
            <a:ext cx="394471" cy="205151"/>
          </a:xfrm>
          <a:prstGeom prst="flowChartPreparation">
            <a:avLst/>
          </a:prstGeom>
          <a:solidFill>
            <a:schemeClr val="bg1"/>
          </a:solidFill>
          <a:ln w="6350" cap="flat" cmpd="sng" algn="ctr">
            <a:solidFill>
              <a:srgbClr val="939393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08808203" name=""/>
          <p:cNvSpPr/>
          <p:nvPr/>
        </p:nvSpPr>
        <p:spPr bwMode="auto">
          <a:xfrm rot="0" flipH="0" flipV="0">
            <a:off x="1435189" y="5987187"/>
            <a:ext cx="394472" cy="205152"/>
          </a:xfrm>
          <a:prstGeom prst="flowChartPreparation">
            <a:avLst/>
          </a:prstGeom>
          <a:solidFill>
            <a:schemeClr val="bg1"/>
          </a:solidFill>
          <a:ln w="6350" cap="flat" cmpd="sng" algn="ctr">
            <a:solidFill>
              <a:srgbClr val="939393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9874802" name=""/>
          <p:cNvSpPr/>
          <p:nvPr/>
        </p:nvSpPr>
        <p:spPr bwMode="auto">
          <a:xfrm rot="0" flipH="0" flipV="0">
            <a:off x="1437942" y="6216494"/>
            <a:ext cx="394471" cy="205151"/>
          </a:xfrm>
          <a:prstGeom prst="flowChartPreparation">
            <a:avLst/>
          </a:prstGeom>
          <a:solidFill>
            <a:schemeClr val="bg1"/>
          </a:solidFill>
          <a:ln w="6350" cap="flat" cmpd="sng" algn="ctr">
            <a:solidFill>
              <a:srgbClr val="939393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76828829" name="ZoneTexte 1302587497"/>
          <p:cNvSpPr txBox="1"/>
          <p:nvPr/>
        </p:nvSpPr>
        <p:spPr bwMode="auto">
          <a:xfrm flipH="0" flipV="0">
            <a:off x="4454364" y="6216493"/>
            <a:ext cx="2138245" cy="21034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r">
              <a:lnSpc>
                <a:spcPct val="150000"/>
              </a:lnSpc>
              <a:defRPr/>
            </a:pPr>
            <a:r>
              <a:rPr sz="1000">
                <a:solidFill>
                  <a:schemeClr val="bg1">
                    <a:lumMod val="75000"/>
                  </a:schemeClr>
                </a:solidFill>
                <a:latin typeface="Arial"/>
                <a:ea typeface="Arial"/>
                <a:cs typeface="Arial"/>
              </a:rPr>
              <a:t>_________________</a:t>
            </a:r>
            <a:r>
              <a:rPr sz="1000">
                <a:solidFill>
                  <a:schemeClr val="bg1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10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endParaRPr lang="fr-FR" sz="1100" b="0" i="0" u="none" strike="noStrike" cap="none" spc="0">
              <a:solidFill>
                <a:schemeClr val="bg1">
                  <a:lumMod val="65000"/>
                </a:schemeClr>
              </a:solidFill>
              <a:latin typeface="Cambria Math"/>
              <a:ea typeface="Cambria Math"/>
              <a:cs typeface="Cambria Math"/>
            </a:endParaRPr>
          </a:p>
          <a:p>
            <a:pPr algn="r">
              <a:lnSpc>
                <a:spcPct val="150000"/>
              </a:lnSpc>
              <a:defRPr/>
            </a:pPr>
            <a:r>
              <a:rPr lang="fr-FR" sz="1000" b="0" i="0" u="none" strike="noStrike" cap="none" spc="0">
                <a:solidFill>
                  <a:schemeClr val="bg1">
                    <a:lumMod val="75000"/>
                  </a:schemeClr>
                </a:solidFill>
                <a:latin typeface="Arial"/>
                <a:ea typeface="Arial"/>
                <a:cs typeface="Arial"/>
              </a:rPr>
              <a:t>_________________</a:t>
            </a:r>
            <a:r>
              <a:rPr lang="fr-FR" sz="1000" b="0" i="0" u="none" strike="noStrike" cap="none" spc="0">
                <a:solidFill>
                  <a:schemeClr val="bg1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 </a:t>
            </a:r>
            <a:r>
              <a:rPr lang="fr-FR" sz="100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b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</a:br>
            <a:r>
              <a:rPr lang="fr-FR" sz="1000" b="0" i="0" u="none" strike="noStrike" cap="none" spc="0">
                <a:solidFill>
                  <a:schemeClr val="bg1">
                    <a:lumMod val="75000"/>
                  </a:schemeClr>
                </a:solidFill>
                <a:latin typeface="Arial"/>
                <a:ea typeface="Arial"/>
                <a:cs typeface="Arial"/>
              </a:rPr>
              <a:t>_________________</a:t>
            </a:r>
            <a:r>
              <a:rPr lang="fr-FR" sz="1000" b="0" i="0" u="none" strike="noStrike" cap="none" spc="0">
                <a:solidFill>
                  <a:schemeClr val="bg1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 </a:t>
            </a:r>
            <a:r>
              <a:rPr lang="fr-FR" sz="100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endParaRPr sz="1100" b="0" i="0" u="none" strike="noStrike" cap="none" spc="0">
              <a:solidFill>
                <a:schemeClr val="bg1">
                  <a:lumMod val="65000"/>
                </a:schemeClr>
              </a:solidFill>
              <a:latin typeface="Cambria Math"/>
              <a:ea typeface="Cambria Math"/>
              <a:cs typeface="Cambria Math"/>
            </a:endParaRPr>
          </a:p>
          <a:p>
            <a:pPr algn="r">
              <a:lnSpc>
                <a:spcPct val="150000"/>
              </a:lnSpc>
              <a:defRPr/>
            </a:pPr>
            <a:r>
              <a:rPr lang="fr-FR" sz="1000" b="0" i="0" u="none" strike="noStrike" cap="none" spc="0">
                <a:solidFill>
                  <a:schemeClr val="bg1">
                    <a:lumMod val="75000"/>
                  </a:schemeClr>
                </a:solidFill>
                <a:latin typeface="Arial"/>
                <a:ea typeface="Arial"/>
                <a:cs typeface="Arial"/>
              </a:rPr>
              <a:t>_________________</a:t>
            </a:r>
            <a:r>
              <a:rPr lang="fr-FR" sz="1000" b="0" i="0" u="none" strike="noStrike" cap="none" spc="0">
                <a:solidFill>
                  <a:schemeClr val="bg1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 </a:t>
            </a:r>
            <a:r>
              <a:rPr lang="fr-FR" sz="100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b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</a:br>
            <a:r>
              <a:rPr lang="fr-FR" sz="1000" b="0" i="0" u="none" strike="noStrike" cap="none" spc="0">
                <a:solidFill>
                  <a:schemeClr val="bg1">
                    <a:lumMod val="75000"/>
                  </a:schemeClr>
                </a:solidFill>
                <a:latin typeface="Arial"/>
                <a:ea typeface="Arial"/>
                <a:cs typeface="Arial"/>
              </a:rPr>
              <a:t>_________________</a:t>
            </a:r>
            <a:r>
              <a:rPr lang="fr-FR" sz="1000" b="0" i="0" u="none" strike="noStrike" cap="none" spc="0">
                <a:solidFill>
                  <a:schemeClr val="bg1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 </a:t>
            </a:r>
            <a:r>
              <a:rPr lang="fr-FR" sz="100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endParaRPr sz="1100" b="0" i="0" u="none" strike="noStrike" cap="none" spc="0">
              <a:solidFill>
                <a:schemeClr val="bg1">
                  <a:lumMod val="65000"/>
                </a:schemeClr>
              </a:solidFill>
              <a:latin typeface="Cambria Math"/>
              <a:ea typeface="Cambria Math"/>
              <a:cs typeface="Cambria Math"/>
            </a:endParaRPr>
          </a:p>
          <a:p>
            <a:pPr algn="r">
              <a:lnSpc>
                <a:spcPct val="150000"/>
              </a:lnSpc>
              <a:defRPr/>
            </a:pPr>
            <a:r>
              <a:rPr lang="fr-FR" sz="1000" b="0" i="0" u="none" strike="noStrike" cap="none" spc="0">
                <a:solidFill>
                  <a:schemeClr val="bg1">
                    <a:lumMod val="75000"/>
                  </a:schemeClr>
                </a:solidFill>
                <a:latin typeface="Arial"/>
                <a:ea typeface="Arial"/>
                <a:cs typeface="Arial"/>
              </a:rPr>
              <a:t>_________________</a:t>
            </a:r>
            <a:r>
              <a:rPr lang="fr-FR" sz="1000" b="0" i="0" u="none" strike="noStrike" cap="none" spc="0">
                <a:solidFill>
                  <a:schemeClr val="bg1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 </a:t>
            </a:r>
            <a:r>
              <a:rPr lang="fr-FR" sz="100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b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</a:br>
            <a:r>
              <a:rPr lang="fr-FR" sz="1000" b="0" i="0" u="none" strike="noStrike" cap="none" spc="0">
                <a:solidFill>
                  <a:schemeClr val="bg1">
                    <a:lumMod val="75000"/>
                  </a:schemeClr>
                </a:solidFill>
                <a:latin typeface="Arial"/>
                <a:ea typeface="Arial"/>
                <a:cs typeface="Arial"/>
              </a:rPr>
              <a:t>_________________</a:t>
            </a:r>
            <a:r>
              <a:rPr lang="fr-FR" sz="1000" b="0" i="0" u="none" strike="noStrike" cap="none" spc="0">
                <a:solidFill>
                  <a:schemeClr val="bg1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 </a:t>
            </a:r>
            <a:r>
              <a:rPr lang="fr-FR" sz="100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endParaRPr sz="1100" b="0" i="0" u="none" strike="noStrike" cap="none" spc="0">
              <a:solidFill>
                <a:schemeClr val="bg1">
                  <a:lumMod val="65000"/>
                </a:schemeClr>
              </a:solidFill>
              <a:latin typeface="Cambria Math"/>
              <a:ea typeface="Cambria Math"/>
              <a:cs typeface="Cambria Math"/>
            </a:endParaRPr>
          </a:p>
          <a:p>
            <a:pPr algn="r">
              <a:lnSpc>
                <a:spcPct val="150000"/>
              </a:lnSpc>
              <a:defRPr/>
            </a:pPr>
            <a:r>
              <a:rPr lang="fr-FR" sz="1000" b="0" i="0" u="none" strike="noStrike" cap="none" spc="0">
                <a:solidFill>
                  <a:schemeClr val="bg1">
                    <a:lumMod val="75000"/>
                  </a:schemeClr>
                </a:solidFill>
                <a:latin typeface="Arial"/>
                <a:ea typeface="Arial"/>
                <a:cs typeface="Arial"/>
              </a:rPr>
              <a:t>_________________</a:t>
            </a:r>
            <a:r>
              <a:rPr lang="fr-FR" sz="1000" b="0" i="0" u="none" strike="noStrike" cap="none" spc="0">
                <a:solidFill>
                  <a:schemeClr val="bg1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 </a:t>
            </a:r>
            <a:r>
              <a:rPr lang="fr-FR" sz="1000" b="0" i="0" u="none" strike="noStrike" cap="none" spc="0">
                <a:solidFill>
                  <a:schemeClr val="bg1">
                    <a:lumMod val="75000"/>
                  </a:schemeClr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r>
              <a:rPr lang="fr-FR" sz="1100" b="0" i="0" u="none" strike="noStrike" cap="none" spc="0">
                <a:solidFill>
                  <a:schemeClr val="bg1">
                    <a:lumMod val="65000"/>
                  </a:schemeClr>
                </a:solidFill>
                <a:latin typeface="Cambria Math"/>
                <a:ea typeface="Cambria Math"/>
                <a:cs typeface="Cambria Math"/>
              </a:rPr>
              <a:t>▢</a:t>
            </a:r>
            <a:endParaRPr sz="11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116390754" name=""/>
          <p:cNvSpPr/>
          <p:nvPr/>
        </p:nvSpPr>
        <p:spPr bwMode="auto">
          <a:xfrm rot="16199998" flipH="0" flipV="0">
            <a:off x="5559801" y="1580343"/>
            <a:ext cx="2416217" cy="204060"/>
          </a:xfrm>
          <a:prstGeom prst="snip2SameRect">
            <a:avLst>
              <a:gd name="adj1" fmla="val 50000"/>
              <a:gd name="adj2" fmla="val 0"/>
            </a:avLst>
          </a:prstGeom>
          <a:solidFill>
            <a:schemeClr val="tx1">
              <a:lumMod val="50000"/>
              <a:lumOff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1400">
                <a:latin typeface="ComicNeueSansID"/>
                <a:ea typeface="ComicNeueSansID"/>
                <a:cs typeface="ComicNeueSansID"/>
              </a:rPr>
              <a:t>Énergie dépensée</a:t>
            </a:r>
            <a:endParaRPr sz="1400">
              <a:latin typeface="ComicNeueSansID"/>
              <a:cs typeface="ComicNeueSansID"/>
            </a:endParaRPr>
          </a:p>
        </p:txBody>
      </p:sp>
      <p:sp>
        <p:nvSpPr>
          <p:cNvPr id="849452987" name=""/>
          <p:cNvSpPr/>
          <p:nvPr/>
        </p:nvSpPr>
        <p:spPr bwMode="auto">
          <a:xfrm rot="16199998" flipH="0" flipV="0">
            <a:off x="5556239" y="4882560"/>
            <a:ext cx="2416216" cy="204060"/>
          </a:xfrm>
          <a:prstGeom prst="snip2SameRect">
            <a:avLst>
              <a:gd name="adj1" fmla="val 50000"/>
              <a:gd name="adj2" fmla="val 0"/>
            </a:avLst>
          </a:prstGeom>
          <a:solidFill>
            <a:srgbClr val="E3523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1400">
                <a:latin typeface="ComicNeueSansID"/>
                <a:ea typeface="ComicNeueSansID"/>
                <a:cs typeface="ComicNeueSansID"/>
              </a:rPr>
              <a:t>Énergie disponible</a:t>
            </a:r>
            <a:endParaRPr sz="1400">
              <a:latin typeface="ComicNeueSansID"/>
              <a:cs typeface="ComicNeueSansID"/>
            </a:endParaRPr>
          </a:p>
        </p:txBody>
      </p:sp>
      <p:sp>
        <p:nvSpPr>
          <p:cNvPr id="1452214334" name=""/>
          <p:cNvSpPr/>
          <p:nvPr/>
        </p:nvSpPr>
        <p:spPr bwMode="auto">
          <a:xfrm rot="16199998" flipH="0" flipV="0">
            <a:off x="5559801" y="8160447"/>
            <a:ext cx="2416216" cy="204060"/>
          </a:xfrm>
          <a:prstGeom prst="snip2SameRect">
            <a:avLst>
              <a:gd name="adj1" fmla="val 50000"/>
              <a:gd name="adj2" fmla="val 0"/>
            </a:avLst>
          </a:prstGeom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1400">
                <a:latin typeface="ComicNeueSansID"/>
                <a:ea typeface="ComicNeueSansID"/>
                <a:cs typeface="ComicNeueSansID"/>
              </a:rPr>
              <a:t>Énergie en défense</a:t>
            </a:r>
            <a:endParaRPr sz="1400">
              <a:latin typeface="ComicNeueSansID"/>
              <a:cs typeface="ComicNeueSansID"/>
            </a:endParaRPr>
          </a:p>
        </p:txBody>
      </p:sp>
      <p:cxnSp>
        <p:nvCxnSpPr>
          <p:cNvPr id="377355351" name=""/>
          <p:cNvCxnSpPr/>
          <p:nvPr/>
        </p:nvCxnSpPr>
        <p:spPr bwMode="auto">
          <a:xfrm flipH="0" flipV="1">
            <a:off x="201157" y="2650825"/>
            <a:ext cx="1883517" cy="0"/>
          </a:xfrm>
          <a:prstGeom prst="line">
            <a:avLst/>
          </a:prstGeom>
          <a:ln w="6350" cap="flat" cmpd="sng" algn="ctr">
            <a:solidFill>
              <a:schemeClr val="bg1">
                <a:lumMod val="74901"/>
              </a:scheme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1040157" name=""/>
          <p:cNvSpPr txBox="1"/>
          <p:nvPr/>
        </p:nvSpPr>
        <p:spPr bwMode="auto">
          <a:xfrm rot="0" flipH="0" flipV="0">
            <a:off x="63870" y="3133752"/>
            <a:ext cx="2164357" cy="280644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chemeClr val="bg1">
                    <a:lumMod val="65000"/>
                  </a:schemeClr>
                </a:solidFill>
                <a:latin typeface="ComicNeueSansID"/>
                <a:ea typeface="ComicNeueSansID"/>
                <a:cs typeface="ComicNeueSansID"/>
              </a:rPr>
              <a:t>Catégorie </a:t>
            </a:r>
            <a:r>
              <a:rPr sz="120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_______ </a:t>
            </a:r>
            <a:r>
              <a:rPr sz="1100">
                <a:solidFill>
                  <a:schemeClr val="bg1">
                    <a:lumMod val="65000"/>
                  </a:schemeClr>
                </a:solidFill>
                <a:latin typeface="ComicNeueSansID"/>
                <a:ea typeface="ComicNeueSansID"/>
                <a:cs typeface="ComicNeueSansID"/>
              </a:rPr>
              <a:t>Mod</a:t>
            </a:r>
            <a:r>
              <a:rPr sz="1200">
                <a:solidFill>
                  <a:schemeClr val="bg1">
                    <a:lumMod val="65000"/>
                  </a:schemeClr>
                </a:solidFill>
                <a:latin typeface="ComicNeueSansID"/>
                <a:ea typeface="ComicNeueSansID"/>
                <a:cs typeface="ComicNeueSansID"/>
              </a:rPr>
              <a:t>. </a:t>
            </a:r>
            <a:r>
              <a:rPr sz="120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____</a:t>
            </a:r>
            <a:endParaRPr sz="1200">
              <a:solidFill>
                <a:schemeClr val="bg1">
                  <a:lumMod val="65000"/>
                </a:schemeClr>
              </a:solidFill>
              <a:latin typeface="ComicNeueSansID"/>
              <a:cs typeface="ComicNeueSansID"/>
            </a:endParaRPr>
          </a:p>
        </p:txBody>
      </p:sp>
      <p:cxnSp>
        <p:nvCxnSpPr>
          <p:cNvPr id="1459609716" name=""/>
          <p:cNvCxnSpPr/>
          <p:nvPr/>
        </p:nvCxnSpPr>
        <p:spPr bwMode="auto">
          <a:xfrm flipH="0" flipV="1">
            <a:off x="208059" y="3701837"/>
            <a:ext cx="1883517" cy="0"/>
          </a:xfrm>
          <a:prstGeom prst="line">
            <a:avLst/>
          </a:prstGeom>
          <a:ln w="6350" cap="flat" cmpd="sng" algn="ctr">
            <a:solidFill>
              <a:schemeClr val="bg1">
                <a:lumMod val="74901"/>
              </a:scheme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7301241" name=""/>
          <p:cNvSpPr txBox="1"/>
          <p:nvPr/>
        </p:nvSpPr>
        <p:spPr bwMode="auto">
          <a:xfrm rot="0" flipH="0" flipV="0">
            <a:off x="70772" y="4184764"/>
            <a:ext cx="2164357" cy="280644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chemeClr val="bg1">
                    <a:lumMod val="65000"/>
                  </a:schemeClr>
                </a:solidFill>
                <a:latin typeface="ComicNeueSansID"/>
                <a:ea typeface="ComicNeueSansID"/>
                <a:cs typeface="ComicNeueSansID"/>
              </a:rPr>
              <a:t>Catégorie </a:t>
            </a:r>
            <a:r>
              <a:rPr sz="120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_______ </a:t>
            </a:r>
            <a:r>
              <a:rPr sz="1100">
                <a:solidFill>
                  <a:schemeClr val="bg1">
                    <a:lumMod val="65000"/>
                  </a:schemeClr>
                </a:solidFill>
                <a:latin typeface="ComicNeueSansID"/>
                <a:ea typeface="ComicNeueSansID"/>
                <a:cs typeface="ComicNeueSansID"/>
              </a:rPr>
              <a:t>Mod</a:t>
            </a:r>
            <a:r>
              <a:rPr sz="1200">
                <a:solidFill>
                  <a:schemeClr val="bg1">
                    <a:lumMod val="65000"/>
                  </a:schemeClr>
                </a:solidFill>
                <a:latin typeface="ComicNeueSansID"/>
                <a:ea typeface="ComicNeueSansID"/>
                <a:cs typeface="ComicNeueSansID"/>
              </a:rPr>
              <a:t>. </a:t>
            </a:r>
            <a:r>
              <a:rPr sz="120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____</a:t>
            </a:r>
            <a:endParaRPr sz="1200">
              <a:solidFill>
                <a:schemeClr val="bg1">
                  <a:lumMod val="65000"/>
                </a:schemeClr>
              </a:solidFill>
              <a:latin typeface="ComicNeueSansID"/>
              <a:cs typeface="ComicNeueSansID"/>
            </a:endParaRPr>
          </a:p>
        </p:txBody>
      </p:sp>
      <p:cxnSp>
        <p:nvCxnSpPr>
          <p:cNvPr id="178387899" name=""/>
          <p:cNvCxnSpPr/>
          <p:nvPr/>
        </p:nvCxnSpPr>
        <p:spPr bwMode="auto">
          <a:xfrm flipH="0" flipV="1">
            <a:off x="210819" y="4756915"/>
            <a:ext cx="1883517" cy="0"/>
          </a:xfrm>
          <a:prstGeom prst="line">
            <a:avLst/>
          </a:prstGeom>
          <a:ln w="6350" cap="flat" cmpd="sng" algn="ctr">
            <a:solidFill>
              <a:schemeClr val="bg1">
                <a:lumMod val="74901"/>
              </a:scheme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6834888" name=""/>
          <p:cNvSpPr txBox="1"/>
          <p:nvPr/>
        </p:nvSpPr>
        <p:spPr bwMode="auto">
          <a:xfrm rot="0" flipH="0" flipV="0">
            <a:off x="73532" y="5239841"/>
            <a:ext cx="2164357" cy="280644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chemeClr val="bg1">
                    <a:lumMod val="65000"/>
                  </a:schemeClr>
                </a:solidFill>
                <a:latin typeface="ComicNeueSansID"/>
                <a:ea typeface="ComicNeueSansID"/>
                <a:cs typeface="ComicNeueSansID"/>
              </a:rPr>
              <a:t>Catégorie </a:t>
            </a:r>
            <a:r>
              <a:rPr sz="120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_______ </a:t>
            </a:r>
            <a:r>
              <a:rPr sz="1100">
                <a:solidFill>
                  <a:schemeClr val="bg1">
                    <a:lumMod val="65000"/>
                  </a:schemeClr>
                </a:solidFill>
                <a:latin typeface="ComicNeueSansID"/>
                <a:ea typeface="ComicNeueSansID"/>
                <a:cs typeface="ComicNeueSansID"/>
              </a:rPr>
              <a:t>Mod</a:t>
            </a:r>
            <a:r>
              <a:rPr sz="1200">
                <a:solidFill>
                  <a:schemeClr val="bg1">
                    <a:lumMod val="65000"/>
                  </a:schemeClr>
                </a:solidFill>
                <a:latin typeface="ComicNeueSansID"/>
                <a:ea typeface="ComicNeueSansID"/>
                <a:cs typeface="ComicNeueSansID"/>
              </a:rPr>
              <a:t>. </a:t>
            </a:r>
            <a:r>
              <a:rPr sz="120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____</a:t>
            </a:r>
            <a:endParaRPr sz="1200">
              <a:solidFill>
                <a:schemeClr val="bg1">
                  <a:lumMod val="65000"/>
                </a:schemeClr>
              </a:solidFill>
              <a:latin typeface="ComicNeueSansID"/>
              <a:cs typeface="ComicNeueSansID"/>
            </a:endParaRPr>
          </a:p>
        </p:txBody>
      </p:sp>
      <p:cxnSp>
        <p:nvCxnSpPr>
          <p:cNvPr id="482414587" name=""/>
          <p:cNvCxnSpPr/>
          <p:nvPr/>
        </p:nvCxnSpPr>
        <p:spPr bwMode="auto">
          <a:xfrm flipH="0" flipV="1">
            <a:off x="2410760" y="2650149"/>
            <a:ext cx="1883517" cy="0"/>
          </a:xfrm>
          <a:prstGeom prst="line">
            <a:avLst/>
          </a:prstGeom>
          <a:ln w="6350" cap="flat" cmpd="sng" algn="ctr">
            <a:solidFill>
              <a:schemeClr val="bg1">
                <a:lumMod val="74901"/>
              </a:scheme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27875" name=""/>
          <p:cNvSpPr txBox="1"/>
          <p:nvPr/>
        </p:nvSpPr>
        <p:spPr bwMode="auto">
          <a:xfrm rot="0" flipH="0" flipV="0">
            <a:off x="2273473" y="3133076"/>
            <a:ext cx="2164357" cy="280644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chemeClr val="bg1">
                    <a:lumMod val="65000"/>
                  </a:schemeClr>
                </a:solidFill>
                <a:latin typeface="ComicNeueSansID"/>
                <a:ea typeface="ComicNeueSansID"/>
                <a:cs typeface="ComicNeueSansID"/>
              </a:rPr>
              <a:t>Catégorie </a:t>
            </a:r>
            <a:r>
              <a:rPr sz="120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_______ </a:t>
            </a:r>
            <a:r>
              <a:rPr sz="1100">
                <a:solidFill>
                  <a:schemeClr val="bg1">
                    <a:lumMod val="65000"/>
                  </a:schemeClr>
                </a:solidFill>
                <a:latin typeface="ComicNeueSansID"/>
                <a:ea typeface="ComicNeueSansID"/>
                <a:cs typeface="ComicNeueSansID"/>
              </a:rPr>
              <a:t>Mod</a:t>
            </a:r>
            <a:r>
              <a:rPr sz="1200">
                <a:solidFill>
                  <a:schemeClr val="bg1">
                    <a:lumMod val="65000"/>
                  </a:schemeClr>
                </a:solidFill>
                <a:latin typeface="ComicNeueSansID"/>
                <a:ea typeface="ComicNeueSansID"/>
                <a:cs typeface="ComicNeueSansID"/>
              </a:rPr>
              <a:t>. </a:t>
            </a:r>
            <a:r>
              <a:rPr sz="120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____</a:t>
            </a:r>
            <a:endParaRPr sz="1200">
              <a:solidFill>
                <a:schemeClr val="bg1">
                  <a:lumMod val="65000"/>
                </a:schemeClr>
              </a:solidFill>
              <a:latin typeface="ComicNeueSansID"/>
              <a:cs typeface="ComicNeueSansID"/>
            </a:endParaRPr>
          </a:p>
        </p:txBody>
      </p:sp>
      <p:cxnSp>
        <p:nvCxnSpPr>
          <p:cNvPr id="1962315380" name=""/>
          <p:cNvCxnSpPr/>
          <p:nvPr/>
        </p:nvCxnSpPr>
        <p:spPr bwMode="auto">
          <a:xfrm flipH="0" flipV="1">
            <a:off x="2417663" y="3701162"/>
            <a:ext cx="1883517" cy="0"/>
          </a:xfrm>
          <a:prstGeom prst="line">
            <a:avLst/>
          </a:prstGeom>
          <a:ln w="6350" cap="flat" cmpd="sng" algn="ctr">
            <a:solidFill>
              <a:schemeClr val="bg1">
                <a:lumMod val="74901"/>
              </a:scheme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5878085" name=""/>
          <p:cNvSpPr txBox="1"/>
          <p:nvPr/>
        </p:nvSpPr>
        <p:spPr bwMode="auto">
          <a:xfrm rot="0" flipH="0" flipV="0">
            <a:off x="2280376" y="4184089"/>
            <a:ext cx="2164357" cy="280644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chemeClr val="bg1">
                    <a:lumMod val="65000"/>
                  </a:schemeClr>
                </a:solidFill>
                <a:latin typeface="ComicNeueSansID"/>
                <a:ea typeface="ComicNeueSansID"/>
                <a:cs typeface="ComicNeueSansID"/>
              </a:rPr>
              <a:t>Catégorie </a:t>
            </a:r>
            <a:r>
              <a:rPr sz="120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_______ </a:t>
            </a:r>
            <a:r>
              <a:rPr sz="1100">
                <a:solidFill>
                  <a:schemeClr val="bg1">
                    <a:lumMod val="65000"/>
                  </a:schemeClr>
                </a:solidFill>
                <a:latin typeface="ComicNeueSansID"/>
                <a:ea typeface="ComicNeueSansID"/>
                <a:cs typeface="ComicNeueSansID"/>
              </a:rPr>
              <a:t>Mod</a:t>
            </a:r>
            <a:r>
              <a:rPr sz="1200">
                <a:solidFill>
                  <a:schemeClr val="bg1">
                    <a:lumMod val="65000"/>
                  </a:schemeClr>
                </a:solidFill>
                <a:latin typeface="ComicNeueSansID"/>
                <a:ea typeface="ComicNeueSansID"/>
                <a:cs typeface="ComicNeueSansID"/>
              </a:rPr>
              <a:t>. </a:t>
            </a:r>
            <a:r>
              <a:rPr sz="120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____</a:t>
            </a:r>
            <a:endParaRPr sz="1200">
              <a:solidFill>
                <a:schemeClr val="bg1">
                  <a:lumMod val="65000"/>
                </a:schemeClr>
              </a:solidFill>
              <a:latin typeface="ComicNeueSansID"/>
              <a:cs typeface="ComicNeueSansID"/>
            </a:endParaRPr>
          </a:p>
        </p:txBody>
      </p:sp>
      <p:cxnSp>
        <p:nvCxnSpPr>
          <p:cNvPr id="499694686" name=""/>
          <p:cNvCxnSpPr/>
          <p:nvPr/>
        </p:nvCxnSpPr>
        <p:spPr bwMode="auto">
          <a:xfrm flipH="0" flipV="1">
            <a:off x="2420422" y="4756239"/>
            <a:ext cx="1883517" cy="0"/>
          </a:xfrm>
          <a:prstGeom prst="line">
            <a:avLst/>
          </a:prstGeom>
          <a:ln w="6350" cap="flat" cmpd="sng" algn="ctr">
            <a:solidFill>
              <a:schemeClr val="bg1">
                <a:lumMod val="74901"/>
              </a:scheme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6073030" name=""/>
          <p:cNvSpPr txBox="1"/>
          <p:nvPr/>
        </p:nvSpPr>
        <p:spPr bwMode="auto">
          <a:xfrm rot="0" flipH="0" flipV="0">
            <a:off x="2283135" y="5239166"/>
            <a:ext cx="2164357" cy="280644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chemeClr val="bg1">
                    <a:lumMod val="65000"/>
                  </a:schemeClr>
                </a:solidFill>
                <a:latin typeface="ComicNeueSansID"/>
                <a:ea typeface="ComicNeueSansID"/>
                <a:cs typeface="ComicNeueSansID"/>
              </a:rPr>
              <a:t>Catégorie </a:t>
            </a:r>
            <a:r>
              <a:rPr sz="120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_______ </a:t>
            </a:r>
            <a:r>
              <a:rPr sz="1100">
                <a:solidFill>
                  <a:schemeClr val="bg1">
                    <a:lumMod val="65000"/>
                  </a:schemeClr>
                </a:solidFill>
                <a:latin typeface="ComicNeueSansID"/>
                <a:ea typeface="ComicNeueSansID"/>
                <a:cs typeface="ComicNeueSansID"/>
              </a:rPr>
              <a:t>Mod</a:t>
            </a:r>
            <a:r>
              <a:rPr sz="1200">
                <a:solidFill>
                  <a:schemeClr val="bg1">
                    <a:lumMod val="65000"/>
                  </a:schemeClr>
                </a:solidFill>
                <a:latin typeface="ComicNeueSansID"/>
                <a:ea typeface="ComicNeueSansID"/>
                <a:cs typeface="ComicNeueSansID"/>
              </a:rPr>
              <a:t>. </a:t>
            </a:r>
            <a:r>
              <a:rPr sz="120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____</a:t>
            </a:r>
            <a:endParaRPr sz="1200">
              <a:solidFill>
                <a:schemeClr val="bg1">
                  <a:lumMod val="65000"/>
                </a:schemeClr>
              </a:solidFill>
              <a:latin typeface="ComicNeueSansID"/>
              <a:cs typeface="ComicNeueSansI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190</cp:revision>
  <dcterms:created xsi:type="dcterms:W3CDTF">2012-12-03T06:56:55Z</dcterms:created>
  <dcterms:modified xsi:type="dcterms:W3CDTF">2026-08-10T11:42:00Z</dcterms:modified>
</cp:coreProperties>
</file>